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134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2D2D92-486C-4D4E-8E3B-E80CA4B45393}" v="2" dt="2026-04-01T12:38:38.8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ik Bitra" userId="e567a2ca44bf9f08" providerId="LiveId" clId="{F8670E8A-5DBF-4A14-88F7-8C8A79D4D89B}"/>
    <pc:docChg chg="custSel addSld modSld">
      <pc:chgData name="Kartik Bitra" userId="e567a2ca44bf9f08" providerId="LiveId" clId="{F8670E8A-5DBF-4A14-88F7-8C8A79D4D89B}" dt="2026-04-01T12:39:22.053" v="60" actId="20577"/>
      <pc:docMkLst>
        <pc:docMk/>
      </pc:docMkLst>
      <pc:sldChg chg="addSp delSp modSp new mod">
        <pc:chgData name="Kartik Bitra" userId="e567a2ca44bf9f08" providerId="LiveId" clId="{F8670E8A-5DBF-4A14-88F7-8C8A79D4D89B}" dt="2026-04-01T12:39:22.053" v="60" actId="20577"/>
        <pc:sldMkLst>
          <pc:docMk/>
          <pc:sldMk cId="1342987535" sldId="256"/>
        </pc:sldMkLst>
        <pc:spChg chg="del">
          <ac:chgData name="Kartik Bitra" userId="e567a2ca44bf9f08" providerId="LiveId" clId="{F8670E8A-5DBF-4A14-88F7-8C8A79D4D89B}" dt="2026-04-01T12:36:55.119" v="6" actId="478"/>
          <ac:spMkLst>
            <pc:docMk/>
            <pc:sldMk cId="1342987535" sldId="256"/>
            <ac:spMk id="2" creationId="{4487DD56-A99A-5E09-1096-FF331AD8205A}"/>
          </ac:spMkLst>
        </pc:spChg>
        <pc:spChg chg="del">
          <ac:chgData name="Kartik Bitra" userId="e567a2ca44bf9f08" providerId="LiveId" clId="{F8670E8A-5DBF-4A14-88F7-8C8A79D4D89B}" dt="2026-04-01T12:37:01.754" v="7" actId="478"/>
          <ac:spMkLst>
            <pc:docMk/>
            <pc:sldMk cId="1342987535" sldId="256"/>
            <ac:spMk id="3" creationId="{D5F00ED7-2995-2F83-9C2E-7CA4C48C8209}"/>
          </ac:spMkLst>
        </pc:spChg>
        <pc:spChg chg="add mod">
          <ac:chgData name="Kartik Bitra" userId="e567a2ca44bf9f08" providerId="LiveId" clId="{F8670E8A-5DBF-4A14-88F7-8C8A79D4D89B}" dt="2026-04-01T12:39:22.053" v="60" actId="20577"/>
          <ac:spMkLst>
            <pc:docMk/>
            <pc:sldMk cId="1342987535" sldId="256"/>
            <ac:spMk id="6" creationId="{3CABC38D-6238-53A3-FE15-438E7B5B4DB0}"/>
          </ac:spMkLst>
        </pc:spChg>
        <pc:picChg chg="add mod ord">
          <ac:chgData name="Kartik Bitra" userId="e567a2ca44bf9f08" providerId="LiveId" clId="{F8670E8A-5DBF-4A14-88F7-8C8A79D4D89B}" dt="2026-04-01T12:36:50.684" v="5" actId="167"/>
          <ac:picMkLst>
            <pc:docMk/>
            <pc:sldMk cId="1342987535" sldId="256"/>
            <ac:picMk id="5" creationId="{3771889B-1A9B-D01D-4B5C-57A5EBEEA31C}"/>
          </ac:picMkLst>
        </pc:picChg>
      </pc:sldChg>
      <pc:sldChg chg="addSp modSp add mod">
        <pc:chgData name="Kartik Bitra" userId="e567a2ca44bf9f08" providerId="LiveId" clId="{F8670E8A-5DBF-4A14-88F7-8C8A79D4D89B}" dt="2026-04-01T12:38:27.606" v="10" actId="207"/>
        <pc:sldMkLst>
          <pc:docMk/>
          <pc:sldMk cId="1229252934" sldId="1342"/>
        </pc:sldMkLst>
        <pc:spChg chg="add mod">
          <ac:chgData name="Kartik Bitra" userId="e567a2ca44bf9f08" providerId="LiveId" clId="{F8670E8A-5DBF-4A14-88F7-8C8A79D4D89B}" dt="2026-04-01T12:38:27.606" v="10" actId="207"/>
          <ac:spMkLst>
            <pc:docMk/>
            <pc:sldMk cId="1229252934" sldId="1342"/>
            <ac:spMk id="2" creationId="{7AEC31BB-AF7B-DF37-D376-C7231FCC5DDE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1 226 3882,'0'-3'6564,"0"-14"7296,0 13-11952,-1-50-2090,4-82-538,-3 124 1622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1 316 3546,'0'0'3583,"0"-11"-202,0-45 8626,0 7-8310,0-132-3873,2 163-2364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10 221 2673,'-10'-6'23541,"10"-209"-23867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0 363 1889,'0'0'3341,"0"-15"455,0-49 9355,0 6-9114,0-153-4245,3 205-2519,-1-2-1214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1 341 3169,'0'0'2792,"0"-12"845,0 7-1976,3-50 9927,1 9-8221,24-73-3367,-25 88-40,4-21-315,-6 46-430,2-4-4741,-3 5 2636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1 139 3137,'0'0'3505,"4"-6"-46,10-11 647,1 1 0,20-18-1,-26 26-3156,1 0 0,0 1 0,17-10 0,-15 11-1163,-5 2-45,0 1 0,0 0 0,0 0 0,7-2 0,-9 4 1768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1889,'0'0'5256,"0"0"-5232,0 0 0,0 0 0,0 0 0,0 0 0,0 0 0,0 0 0,0 0 0,-1 0 0,1 0 1,0 0-1,0 0 0,0 1 0,0-1 0,0 0 0,0 0 0,0 0 0,0 0 0,0 0 0,0 0 0,0 0 1,0 1-1,0-1 0,0 0 0,0 0 0,0 0 0,0 0 0,0 0 0,0 0 0,0 0 0,0 1 0,0-1 1,0 0-1,0 0 0,0 0 0,0 0 0,0 0 0,0 0 0,0 0 0,0 1 0,0-1 0,0 0 0,0 0 1,0 0-1,0 0 0,0 0 0,1 0 0,-1 0 0,0 0 0,0 0 0,0 0 0,0 1 0,0-1 0,0 0 1,0 0-1,0 0 0,1 0 0,-1 0 0,0 0 0,0 0 0,0 0 0,0 0 0,0 0 0,0 0 0,1 0 1,-1 0-1,0 0 0,10 4 6197,8 2 649,0 1-3389,38 10-2609,-45-16-3245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92 3033,'0'0'3535,"0"0"-3499,-1-1 0,1 1 0,0 0 0,0 0-1,-1-1 1,1 1 0,0 0 0,0 0-1,0-1 1,-1 1 0,1 0 0,0-1 0,0 1-1,0 0 1,0 0 0,0-1 0,0 1 0,0 0-1,0-1 1,0 1 0,0 0 0,0-1 0,0 1-1,0 0 1,0-1 0,0 1 0,0 0 0,0-1-1,0 0 1,19-8 2937,-5 6 1760,0 0 1,19-1-1,-18 2-3334,51-12-1399,-51 9 0,0 2 0,1 0 0,29-2 0,-44 5-24,1-1 0,-1 1 0,0 0 0,0 0 0,0-1 0,0 1 0,0-1 0,0 1 0,0-1 0,0 1 0,0-1 0,0 1 0,0-1 0,0 0 0,0 0 0,0 0 0,0 1 0,-1-1 0,1 0 0,0 0 0,-1 0 1,1 0-1,0 0 0,0-2 0,3-10-2195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1193,'3'0'8512,"18"-1"-5987,-1 0 1,0-2-1,0 0 1,38-12-1,-43 10-1749,-1 0 1,0-1-1,-1-1 0,17-10 1,-28 16-896,0-1 1,0 1 0,0-1 0,1 1 0,-1 0 0,0 0 0,1 0 0,-1 1 0,1-1-1,5 0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0 151 3802,'0'0'3415,"13"-10"38,-3 4-358,46-34 6661,-15 6-7063,-28 22-2693,-4 3 0,1 1 0,19-14 0,-24 18-303,4-2-1113,-6 6-283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1 278 4018,'0'0'3235,"11"-16"109,36-51 9158,-37 53-11739,1 1 0,0 1 0,0 0 1,26-20-1,-24 21-997,0 0 0,11-13 1,-21 21 183,0 0 0,0-1 0,0 1 0,0-1 1,-1 0-1,1 0 0,-1 0 0,0 0 0,-1 0 1,1 0-1,1-8 0,-2 0 648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90 2705,'0'0'3694,"5"0"-104,18-4-835,0-2 1,-1 0-1,1-1 1,25-12-1,15-5-307,-42 16-2577,-15 5-46,0 1-1,0-1 1,0 1-1,0 1 1,0-1-1,10 0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2801,'0'0'5443,"7"0"-2243,24-1 2443,55-9-1,-8-4-2157,-69 12-3624,4-1-1072,-1 1 0,20-1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3121,'0'0'4493,"10"-1"-1178,103-12 8370,-29 1-8085,3 7-6306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2961,'1'0'13009,"9"0"-5820,74 0-4082,116 0-3193,-199 1 49,-1-1-1,1 0 1,-1 1-1,1 0 1,0-1 0,-1 1-1,0-1 1,1 1-1,-1 0 1,1-1-1,-1 1 1,0 0-1,1-1 1,-1 1-1,0 0 1,0 0 0,0-1-1,1 1 1,-1 0-1,0 0 1,0-1-1,0 1 1,0 0-1,0 0 1,0-1-1,-1 1 1,1 0-1,0 0 1,-1 0 0,1 4-1952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3137,'0'0'3686,"11"0"1813,48-1 311,68 2 2272,-73 6-19239,-51-5 9487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2625,'3'0'7069,"13"0"7448,-11 0-12514,5 0-2003,0 2 0,-1 0 0,1 0 0,-1 0 0,1 1 0,-1 1 0,0 0 0,0 0 0,-1 1 0,9 5 0,-2-2 0,-9-5-279,0-1 1,1 0-1,0 0 0,-1 0 1,1-1-1,0 1 1,0-2-1,0 1 1,9-1-1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2393,'0'0'6495,"19"3"-2825,-7 4-1541,1 0 0,-2 1 0,1 0 0,10 11 0,20 13 882,-30-24-3011,-1 0-1,0 0 1,1-2-1,0 1 0,15 5 1,-15-9-1801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2465,'4'0'7869,"6"1"-5843,0 1 0,0 0 0,0 0-1,0 1 1,12 6 0,-13-5-1095,0 0 0,-1 1 0,13 10 1,3 6-932,36 40 0,-20-19 0,-38-40-93,1 1 1,-1-1-1,1 0 1,0 0-1,0 0 1,0 0-1,0 0 0,0-1 1,1 1-1,-1-1 1,4 1-1,1-1-116,1 0 0,-1 0-1,12-1 1,-19 0 210,4 0 1946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3418,'7'11'19861,"42"21"-16829,30 7-2580,-13-6-1001,-40-23 531,-22-9-11,-1 0 0,1 0 0,0 0 1,-1 1-1,1-1 0,-1 1 0,1 0 1,-1 0-1,0 1 0,0-1 1,4 4-1,-7 1-1433,0-3 3287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3169,'0'0'3591,"0"0"-3521,0 0 0,0 0 0,0-1-1,0 1 1,1 0 0,-1 0 0,0-1-1,0 1 1,0 0 0,1 0-1,-1 0 1,0-1 0,0 1 0,1 0-1,-1 0 1,0 0 0,0 0 0,1 0-1,-1-1 1,0 1 0,1 0 0,-1 0-1,0 0 1,1 0 0,-1 0-1,0 0 1,0 0 0,1 0 0,13 6 2496,17 23 10405,-22-19-11077,25 23-1894,2-2 0,70 48 0,-92-73-80,-12-5-46,0 0 1,0 0 0,0 0-1,0 0 1,0 0-1,0 0 1,0 1 0,0-1-1,0 1 1,2 1-1,-2 4-2560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2129,'0'0'4623,"5"2"-1678,27 9 11575,-25-8-12523,7 4-1997,-1-1 0,1 0 0,0-1 0,0-1 0,0 0 0,18 2 0,11 4 0,-41-10-247,0 1 0,-1-1 1,1 1-1,0-1 0,0 1 1,-1 0-1,1 0 0,-1 0 1,4 2-1,1 1-2513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3354,'4'1'6236,"10"2"3374,13 2-2596,-19-2-7014,-1 0 0,1-1 0,0 1 0,0-2 0,0 1 0,0-1 0,12 0 0,-9 0-133,1 0 1,-1 1 0,23 6 0,-23-5 22,0 0 1,1-1-1,22 2 0,-29-4 1078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2361,'0'0'3772,"4"-1"-726,17 1 11930,-16 2-12917,4 10-2059,0 0 0,-1 1 0,-1 0 0,0 1 0,0-1 0,-2 1 0,8 25 0,-10-26-335,1 1-1,-2-1 1,0 1 0,0 18 0,-2-28-2535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2305,'0'2'9030,"-6"69"456,2-47-6790,0 30 1,4 25-9333,0-74 4092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3394,'0'0'3293,"0"6"150,0 93 8854,0-30-8510,12-26-7947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3666,'0'0'3216,"-2"6"1549,1 29 5604,1 22-4792,1-35-6451,1 1 0,4 23 0,4-7 2110,-8-35-1386,-1 1 0,0-1-1,1 1 1,-2 0 0,1-1 0,0 7 0,-1-9-1104,4-2-1133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3097,'0'0'5542,"0"4"-3349,0 12 10371,1-4-11707,-1 0-1,2 0 1,2 14-1,0-10-1008,1-1 0,1 1 0,12 24 0,-12-26-63,7 15-867,-13-28 1014,1 0 0,-1 0 0,1 0 1,-1 0-1,1 0 0,0 0 1,-1 0-1,1 0 0,0-1 0,0 1 1,-1 0-1,1-1 0,0 1 1,0 0-1,0-1 0,0 1 1,0-1-1,0 1 0,0-1 0,0 0 1,2 1-1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2953,'0'0'5360,"1"0"-5142,0 1-1,0-1 1,0 0-1,0 0 1,0 0-1,0 0 1,0 1-1,0-1 1,0 0-1,-1 1 1,1-1 0,0 1-1,0-1 1,0 1-1,1 1 1,89 106 13033,-64-78-12082,-26-28-1265,0 0 1,1-1-1,-1 0 1,1 1-1,-1-1 1,1 0 0,0 0-1,0 0 1,-1 0-1,1 0 1,0 0 0,0 0-1,0-1 1,3 2-1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3233,'0'0'6130,"1"6"-3062,5 12 648,1 0 0,13 22 0,0 0-1081,24 40-3134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1729,'-4'5'17871,"4"-5"-17665,0 11 5880,0-10-5764,0 227-3737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1 360,'0'0'6531,"-5"8"-1523,5 34 6169,0 1-6388,0 8-5626,0 26-9159,0-75 8073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 3458,'-4'13'20707,"3"-10"-18658,-32 118-2049,29-98-1722,-2 0 0,0 0 1,-1 0-1,-2-1 1,0 0-1,-1-1 1,-14 22-1,23-41 1493,-1 0-1,1 0 1,0-1-1,0 1 1,-1-1-1,1 1 1,-1-1-1,0 1 1,1-1-1,-1 0 1,0 0-1,0 0 1,1 0-1,-1 0 1,0 0 0,0-1-1,0 1 1,0 0-1,0-1 1,0 0-1,-3 1 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1657,'0'0'4020,"26"7"13602,6-6-14657,-14 1-2993,33 9 0,-35-9 29,-1 0 1,1-1-1,0 0 0,22-3 0,2 0-8,-39 2-74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3097,'0'0'5538,"8"1"-2271,75 8 6264,-2 0-4750,-51-5-4783,2-2 1,56-2 0,-20-2-71,-68 2-255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15 240,'0'0'8496,"15"0"-5153,95-4 5895,-2 1-4341,-107 3-4898,1 0 1,0 0-1,0-1 1,0 1-1,0 0 1,0-1-1,0 1 1,0-1-1,0 1 0,0-1 1,-1 0-1,3-1 1,1 2-1629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0 153 1641,'0'0'2928,"1"-14"-50,1 9 703,79-37 8029,-29 11-8034,-41 25-3577,24-18-2,-33 23 3,0-1 0,1 0 0,-1 0 0,0 0 0,0-1 0,0 1 0,-1 0 1,1-1-1,0 1 0,1-5 0,-1 5-1,-2 1-99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2649,'2'0'9889,"212"10"2323,-139-6-10748,-1 6-1527,-74-10-26,-2 3-512,-6 1-1920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2081,'0'0'6539,"20"-7"8234,-3 4-13236,32-3 0,54 7-1412,-43 0-503,-4 1-2196,-64-2 5148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2841,'0'0'5235,"3"0"-2523,15-1 10846,-14 0-11690,4-1-1868,0 0 0,0 0 0,0 1 0,0 0 0,1 1 0,-1 0 0,11 1 0,30-1 0,-12-3-4,48 3 0,-38 0-54,-45-1-160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1729,'0'17'24485,"2"-10"-24485,3-3-184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 3217,'0'-8'22997,"3"-75"-22999,-3 82-4,0 19 7,0 21-180,0 68-4409,0-71-1222,0 0-3582,0-30 7036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9 1545,'0'0'2510,"-7"-8"3193,3 20-2412,0 0 0,1 0 0,0 0 0,-1 18 1,-1 23-3747,2 60 0,2-106-944,-3-1-919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3682,'0'0'3018,"0"6"434,-6 84 8828,5-26-8498,2-56-3784,0-1 0,1 1 0,-1-1 1,2 0-1,-1 1 0,1-1 1,4 8-1,2 5-4,-9-19-18,1-1 1,0 1 0,-1-1 0,1 1-1,0-1 1,-1 1 0,1-1 0,0 1-1,0-1 1,-1 1 0,1-1 0,0 0-1,0 1 1,0-1 0,-1 0 0,1 0 0,0 0-1,2 0 1,-1 0-1836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1225,'0'0'7628,"0"4"-4335,-1 21 624,0-10-1247,1 0-1,2 15 0,-1-26-2363,-1 0 0,1 0 0,0 0 0,1 0 0,-1 0 1,4 7-1,22 39-306,-23-46-1824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2769,'0'0'4386,"1"4"-677,2 2-1897,0 0 1,0 0-1,0-1 1,0 0-1,1 1 1,7 6-1,7 11 851,8 10-2664,0-1 1,38 34-1,-62-63-103,1 0-1,0-1 0,-1 1 0,1-1 1,0 0-1,1 0 0,-1 0 1,0 0-1,0-1 0,1 1 0,3 0 1,2-2 1362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2673,'0'0'4218,"-7"6"-2434,5-3 1500,2-1-2814,0 0-1,1 0 1,-1 0 0,1 0-1,0 0 1,0-1 0,0 1-1,-1 0 1,1 0 0,1-1-1,-1 1 1,0-1 0,0 1-1,1-1 1,1 2 0,28 22 5364,-19-15-4928,5 4-908,1-1 1,0 0 0,27 13-1,-35-21 2,1-1-1,-1 0 0,1 0 1,0-1-1,0-1 1,0 0-1,0 0 1,19 0-1,-4-2-4413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2977,'-2'7'21322,"3"-4"-19407,5 2-1915,-1 0 0,1-1 0,0 0 0,1 0 0,-1 0 0,1-1 0,-1 0 0,1 0 0,8 2 0,2 2 0,38 18 21,-40-16-61,0-2 1,1 0-1,0-1 1,0 0 0,0-1-1,1-1 1,-1-1 0,27 2-1,-36-5-1705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4546,'0'0'5049,"19"0"-1905,-14 1-2044,-1 1-1,1-1 0,0 1 1,-1 0-1,1 0 1,-1 0-1,0 1 0,0-1 1,0 1-1,4 4 0,8 4 283,20 11-1382,-5-4 0,37 31 0,-64-46 6,-2-2-87,-1 0 1,1 0-1,-1 0 0,0 0 1,1 0-1,-1 0 0,0 1 1,0-1-1,0 0 0,0 1 1,0-1-1,0 1 1,0-1-1,0 1 0,-1-1 1,1 1-1,0 0 0,-1-1 1,0 1-1,1 0 0,-1-1 1,0 1-1,0 0 1,0 0-1,0-1 0,0 3 1,0 15-8342,0-14 4508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3009,'-2'0'7525,"32"2"-3793,-1 2 0,30 7 0,43 5 752,91-7-4596,-190-1-1298,-1-1 2932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1305,'0'0'6289,"-3"0"-5333,5 0 596,23 4 1221,15 10 6094,-5-1-4395,143 24-4472,-122-27 0,-33-5 4,-11-2-25,0-1 1,1 0 0,14 0-1,-26-2-255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1345,'0'0'6852,"13"0"-1890,10 0 5479,122-17-7550,-41 3-4817,-15 2-10013,-31 1 10446,-29 6 534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2553,'-1'0'7506,"80"2"8649,272 3-16608,-247-5 253,-103 0 190,-1 0-1,0 1 1,1-1-1,-1 0 1,0 1-1,0-1 0,1 1 1,-1-1-1,0 0 1,0 1-1,0-1 1,0 1-1,1-1 0,-1 1 1,0-1-1,0 1 1,0-1-1,0 1 1,0-1-1,0 1 1,0-1-1,0 0 0,0 1 1,0-1-1,-1 1 1,1 1 131,0 6-2013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2081,'0'0'8641,"14"0"-5778,30 0 5727,1-1-4193,41-1-5149,42 8-13689,-58 5 14433,-68-10 54,-1-1 1,1 1-1,-1-1 1,0 1-1,0 0 1,1 0-1,-1-1 1,0 1-1,0 0 1,0 0-1,0 0 1,0 0-1,0 0 1,1 2-1,3 11 9914,-5-9-13583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3177,'0'0'3439,"10"-2"-1915,-3 2 2406,12-2-357,-1 0 0,35-8 0,10-2-148,-28 8-3427,-1-2 1,54-15 0,-82 19-16,1-1-12,0 1-1,0 0 0,0 0 1,0 1-1,0 0 0,8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01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1649,'1'-7'24565,"3"5"-24565,0 0 0,0 0 0,0 0 0,0 1 0,0-1 0,0 1 0,1 0 0,-1 0 0,0 1 0,9-1 0,3-1 0,16-3 0,177-22 0,-133 26-1210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1 273 3594,'0'0'5445,"0"-2"-5246,8-14 2149,12-26 10034,-11 24-10136,17-36-2246,33-59 0,-59 111-113,1 0 1,0 1-1,0-1 1,0 1 0,0-1-1,0 1 1,0-1-1,0 1 1,0 0 0,1-1-1,-1 1 1,0 0-1,1 0 1,-1 0 0,1 0-1,-1 0 1,1 0-1,0 1 1,-1-1 0,1 0-1,0 1 1,0 0-1,-1-1 1,1 1 0,0 0-1,3 0 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3738,'0'0'3512,"14"-3"-194,49-14 8640,-9 0-8270,-19 5-3837,-16 5-70,0 0 0,0 1 0,1 1 0,0 1-1,38-2 1,-55 6 1683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4162,'0'0'3535,"21"-10"-149,26-13 4586,58-28-813,-88 44-7160,-14 6 1,1 0 0,0-1-1,0 1 1,-1-1 0,1 0 0,5-4 0,-9-6-1204,0 8 2410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1 172 4418,'0'0'3910,"7"-3"-618,15-10 5349,1-5-4012,1-2-4195,-1-2 0,36-42 0,-48 42-1143,-8 13 1440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1 287 3650,'0'0'3945,"8"-6"-584,28-25 8312,-7 0-8088,27-47-3585,-41 55 0,1 1 0,1 1 0,29-30 0,-25 35-1456,-14 9-1146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1 316 3586,'0'0'4102,"3"-8"-730,5-10 493,1 0 0,20-28 0,11-10-306,-27 36-3560,0-1 1,-2 0 0,13-34 0,-11 26-5,-12 28-77,0-1-1,0 0 0,0 0 0,0 1 1,0-1-1,0 1 0,1-1 1,-1 1-1,0-1 0,1 1 1,0 0-1,1-2 0,4 1 1164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1641,'0'0'5718,"7"-6"-2297,23-15 2482,37-21-1,-49 32-4696,0 1 0,23-7 0,-22 8-3126,-10 2-1008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4282,'0'0'3076,"24"-2"178,7 1 2839,20-2 1484,5-3-5645,-21 4-1805,-28 2-307,0 0 0,0 0 0,0-1 0,0 0 0,0 0 0,0-1 0,0 1 0,0-2 0,12-5 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4290,'0'0'4173,"10"0"-965,39 2 7916,-6 5-7705,-9-1-3409,52 5-1,-58-9-39,0 1-1,0 2 0,35 10 0,-42-6-640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4378,'0'0'3523,"9"5"-148,-5-2-2552,84 51 10062,-77-46-10077,0 1-1,0 0 0,12 14 1,7 15-2400,13 14-1165,-41-50 2741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4378,'0'0'3147,"3"16"211,-1-5-460,10 50 6831,4-12-7025,-4-17-2741,-7-18 4,0-1-1,1 0 1,1 1-1,14 22 1,-14-31-1544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1201,'-5'8'24184,"6"-8"-23858,-1 2 177,-1 30-497,4 69 16,-2-89-44,1 0 1,0 0 0,1-1 0,0 1 0,1 0 0,7 13 0,-10-23-108,0 0 0,0 0 1,0 0-1,0-1 1,0 1-1,0 0 0,1-1 1,-1 1-1,3 1 1,3 0 1534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1961,'0'0'5492,"-1"0"-5423,1 0 1,0 0-1,0 0 1,0 0-1,0 0 1,0 0-1,0 0 1,0 0-1,-1 0 1,1 0-1,0 0 1,0 0-1,0 0 1,0 0-1,0 0 1,0 0-1,0 0 0,0 0 1,-1 0-1,1 0 1,0 0 208,0 1-209,0-1 1,0 0-1,0 0 1,0 0-1,0 0 1,0 0-1,0 0 1,0 0-1,0 0 1,-1 0-1,1 1 1,0-1-1,0 0 1,0 0-1,0 0 1,0 0-1,0 0 1,0 0-1,0 0 1,0 1-1,0-1 1,0 0-1,0 0 1,1 0-1,-1 0 0,0 0 1,0 0-1,0 0 1,0 0-1,0 1 1,0-1 347,0 0-348,0 0 1,1 0-1,-1 0 1,0 0-1,0 0 1,0 0-1,3 9 1364,0-1 0,0-1 0,1 1-1,0 0 1,9 12 0,31 37 3857,-39-52-5210,-2 0-170,1-1 0,-1 0 1,1 0-1,0 0 1,0 0-1,0-1 0,0 0 1,1 0-1,-1 0 1,1 0-1,0 0 1,0-1-1,0 0 0,0 0 1,0-1-1,0 1 1,1-1-1,-1 0 0,1-1 1,-1 1-1,7-1 1,2 0-2143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3970,'0'0'3449,"7"5"-31,18 11 2466,38 19-1,-43-26-4078,29 10 0,-35-15-1983,0-1 0,0 0 1,1-1-1,-1 0 0,23-2 1,-30 0 1243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3161,'0'0'3838,"0"4"-291,0-2-2864,0-1-1,0 1 0,1 0 1,-1 0-1,0-1 0,1 1 1,-1 0-1,1-1 0,-1 1 1,1 0-1,0-1 0,-1 1 1,1-1-1,2 3 0,-1-2-229,0 0 0,0 0-1,1 0 1,-1-1 0,0 1-1,1-1 1,-1 0 0,1 0 0,-1 0-1,1 0 1,3 1 0,149 29-453,-22-6 0,-118-22 46,-13-3-72,1 1-1,0-1 1,-1 0 0,1 1-1,0 0 1,-1-1 0,1 1-1,-1 0 1,1 1-1,-1-1 1,0 0 0,0 0-1,1 1 1,-1 0-1,0-1 1,0 1 0,0 0-1,2 3 1,0 4-2249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3185,'4'0'7481,"42"0"2591,1 0-4721,12 0-3504,29-1-4206,9 0-44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3898,'0'0'3611,"10"3"-112,-4-2-1588,3 1 158,0 0 0,0 1 0,0 0 0,10 5 0,-16-6-1774,1 0 0,0 1 0,-1-1 0,1 1 0,-1-1 0,0 1 0,0 0 0,0 1 0,2 2 0,-1-1-326,-1 1 0,0 0 1,0-1-1,-1 1 0,1 0 1,-1 0-1,-1 0 0,3 11 1,-2 1-509,-1 31 0,-1-38 280,0-6-1978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0 3850,'0'0'3900,"0"17"-638,0-11-1720,2 60 9040,-2-8-7504,1-41-3078,-1 0 0,-1 0 0,-1 0 0,0 0 0,-1 0 0,-1 0 0,-11 30 0,12-39-44,1-3-46,0 0 0,0 1 0,-1-1 0,1 0 0,-1-1 0,0 1 0,-8 8 1,2-8 852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17 2057,'9'-17'24145,"-9"17"-24133,3 10-12,-1 0 0,0 0 0,-1 0 0,0 0 0,-1 0 0,0 1 0,-2 12 0,0 10 0,2-27-37,0 1 1,-1-1-1,0 0 1,0 1 0,-4 10-1,5-15 39,-1 0 1,0 1-1,0-1 0,0 0 1,0 0-1,-1 0 0,1 0 1,0 0-1,-1 0 0,0-1 0,1 1 1,-1 0-1,0-1 0,0 1 1,0-1-1,0 0 0,0 1 1,-4 0-1,-1-1 173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 4058,'0'0'4347,"-6"15"-1101,-19 50 8416,6-28-8369,15-31-3333,0-1 1,-1 1 0,-10 8-1,4-3-194,2-1-15,-1-1 0,0 0 1,0 0-1,0-1 1,-1 0-1,-1-1 1,1 0-1,-16 6 0,12-14-9275,13-5 6394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3482,'0'1'13917,"0"7"-7729,-1 13-4547,-6 34 1,3-34-1970,0 37 0,4 48-1439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1273,'0'0'6389,"-12"4"-2529,17 57 8845,8-1-9288,27 57-6142,-25-77 4014,-5-16-1682,-5-15-2503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2625,'0'0'4920,"0"1"-4695,-1-1 1,1 1-1,0 0 1,0-1-1,-1 1 0,1 0 1,0-1-1,0 1 1,0-1-1,0 1 1,0 0-1,0-1 1,0 1-1,0 0 1,0-1-1,0 1 0,0 0 1,0-1-1,1 1 1,-1 0-1,1 0 1,7 15 2831,0-1 1,2-1 0,20 25 0,-9-11-1580,-5-7-1487,1-1 1,1-1-1,1-1 0,36 28 1,-54-45-39,1 0-1,-1 0 1,1 0 0,-1-1 0,1 1-1,-1 0 1,1-1 0,-1 1 0,1-1-1,0 0 1,-1 1 0,1-1 0,2 0-1,3 0 753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 3490,'-3'-6'19630,"10"6"-15868,8 0-4430,2 4 668,0 2 0,0-1 0,0 2 0,30 17 0,-33-16 0,2 0 0,-1-1 0,1-1 0,0 0 0,29 6 0,-12-9-600,44-1 0,-63-2 340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3914,'13'0'20485,"-9"0"-18670,50 1-1815,93-4 0,-129 1 0,0 0 0,0-1 0,0-1 0,-1-1 0,33-12 0,-17 1-469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3049,'0'0'4069,"22"0"11922,40 2-12216,30 8-4445,-52-5 670,70-1 0,-108-3-88,-1-1 0,1 0 0,-1 0 0,1 1 0,-1-1 0,0 1 1,1-1-1,-1 1 0,0 0 0,1 0 0,-1-1 0,0 1 0,2 2 1,2 1-588,-2-4-1054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2905,'0'0'4274,"6"2"-780,29 6 7128,3-4-5461,10-3-3909,28-2-3676,-9-1 2860,-36 2-4612,10 0 692,-14 0-6946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3730,'0'0'5006,"12"0"-1579,60-1 9273,1-1-9344,-1 1-7128,0 0-4922,-72 1 8318,1 0 1,0 0-1,0 0 1,0 0-1,0 0 1,0 0-1,0 0 1,0 1-1,0-1 1,0 0-1,-1 0 1,1 1-1,0-1 1,0 1-1,0-1 1,-1 1-1,1-1 1,0 1-1,0 0 1,-1-1-1,2 2 1,-2-2 349,2 1-1834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43 1753,'0'0'5238,"0"0"-5135,-1 0 1,1 0-1,0 0 0,0 0 0,0-1 0,0 1 0,0 0 1,-1 0 102,1 0-103,0 0 0,0 0 0,0-1 1,0 1-1,0 0 0,0 0 0,0 0 0,0 0 0,0 0 1,-1-1-1,1 1 0,0 0 0,0 0 0,0 0 0,0 0 1,0-1-1,0 1 0,0 0 0,0 0 0,0 0 1,0 0-1,0-1 0,1 1 0,-1 0 0,0 0 0,0 0 1,0 0-1,0 0 0,0-1 0,0 1 0,0 0 0,0 0 1,0 0-1,1 0 103,-1 0-103,0-1 0,0 1 1,0 0-1,0 0 0,0 0 0,1 0 0,32-6 3824,0 1-1,56 1 1,-21 0-1952,-59 5-1976,-7-1-2,0 0 0,0 1 0,0-1-1,0 0 1,0 0 0,0-1 0,0 1-1,0 0 1,0 0 0,0-1 0,-1 0 0,1 1-1,0-1 1,0 0 0,2-1 0,-4-9-3098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4914,'0'0'3123,"13"-2"143,104-12 8140,-29 9-7901,-60 5-5135,-16 1-782,1-1 0,-1 0 0,1-1 0,15-3 0,2-8 125,-25 9 2102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57 592,'1'3'11967,"18"-3"-10652,114-4 8244,-106 2-8169,35-9 1,-21 1-1391,53-10 0,-93 20-45,-1 0 1,0 0-1,0 0 1,1 0 0,-1 0-1,0 0 1,0 0 0,1 0-1,-1 0 1,0 0-1,0 0 1,1-1 0,-1 1-1,0 0 1,0 0-1,0 0 1,1 0 0,-1 0-1,0-1 1,0 1 0,0 0-1,1 0 1,-1 0-1,0-1 1,0 1 0,0 0-1,0 0 1,0-1 0,0 1-1,1 0 1,-1 0-1,0-1 1,0 1 0,0 0-1,0 0 1,0-1-1,0 1 1,0 0 0,0 0-1,0-1 1,0 1 0,0 0-1,0-1 1,0 1-1,-1 0 1,1-4-789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62 896,'0'0'5471,"12"-1"-1420,27-6 806,75-6 0,-79 11-2830,0-2 0,68-16 1,-90 16-2159,-6 2-205,-1 0 0,1 0 0,0 1-1,0-1 1,7 1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18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0 125 3522,'0'0'3656,"5"-1"-188,9-1-1482,0-2 0,-1 0-1,1 0 1,-1-2 0,24-12-1,-22 9-767,-1 0 0,21-18 0,-25 18-1269,-7 5-25,0 1 0,0 0 0,1 0-1,-1 0 1,1 1 0,-1-1 0,1 1 0,0 0 0,0 0-1,7-3 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1 264 3778,'0'0'6136,"0"-3"-3288,2-14-1436,0-1-1,2 1 1,0 1 0,0-1-1,2 1 1,0-1 0,9-16-1,14-38 748,-19 33-4671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0 339 3586,'0'0'3924,"1"-9"-471,2-16 5217,3-3-3602,3-7-2577,6-21-3106,10-38 111,-20 73 105,-2 8-2406,0 0 1,-1 1-1,2-21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1 294 4906,'0'0'4564,"0"-3"-4211,0-10 1989,0 0-1,2 0 1,-1 0-1,2 0 1,0 0-1,7-19 1,3-6-2342,-6 17 0,0 1 0,1 1 0,1-1 0,22-33 0,-31 52-12,0 1 0,0-1 0,1 1 0,-1-1 0,0 0 0,1 1 0,-1-1 0,1 1 0,-1 0 0,1-1 0,-1 1 1,0-1-1,1 1 0,0 0 0,-1-1 0,1 1 0,-1 0 0,1 0 0,-1-1 0,1 1 0,0 0 0,-1 0 0,1 0 1,-1 0-1,1 0 0,0 0 0,0 0-71,-1 1 1,1-1-1,-1 1 1,1-1-1,-1 1 0,1-1 1,-1 1-1,0 0 1,0-1-1,1 1 1,-1 0-1,0-1 0,0 1 1,0 0-1,1-1 1,-1 1-1,0 0 1,0 0-1,0-1 0,0 1 1,-1 1-1,1 3-3757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5 158 2185,'0'0'3276,"0"0"-2887,-1-1 0,1 1 0,0-1-1,-1 0 1,1 1 0,0-1 0,-1 0-1,1 0 1,0 1 0,0-1 0,-1 0 0,1 0-1,0 1 1,0-1 0,0 0 0,0 0 0,0-1-1,1-1 302,0-1-1,0 1 1,1 0 0,-1 0-1,1 0 1,-1 0-1,1 0 1,0 0-1,0 0 1,0 0-1,1 1 1,4-5 0,34-27 4100,20-11-4854,-55 42 7,-5 3 23,0 0 0,-1 0-1,1-1 1,0 1 0,-1 0 0,1-1-1,-1 1 1,1 0 0,0-1-1,-1 1 1,1-1 0,-1 1 0,1-1-1,-1 1 1,1-1 0,-1 1-1,0-1 1,1 0 0,-1 1 0,0-1-1,1 1 1,-1-1 0,1-1 0,-1-4-2425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1 387 4194,'0'0'4478,"2"-10"-1215,21-83 6659,-1 0-5565,-14 61-4583,-1 0 1,-2-1-1,1-49 1,-6 71-2851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1 369 3273,'0'0'4030,"2"-7"-533,4-17 6311,1-6-5202,11-71-3712,-14 48-3121,-3 35-56,0 1 1,-2-1 0,0 1 0,-1-1 0,-5-22-1,0 18 14918,7 18-11949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76 320 3570,'0'0'3951,"0"-19"11793,0 12-15261,-3-93 2718,1 85-3348,-1 1 0,0-1 0,0 1 0,-11-25 0,-33-55 135,47 92 144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327 372 3306,'-15'-16'19917,"7"8"-19019,-51-50 1898,-33-22-3499,71 65 703,1-2 0,0 0 0,2-1 0,0 0 0,-30-42 0,46 57-176,1 0 0,0 0 0,0 0 0,1 0 0,-1 0 0,0 0 0,1 0 0,0 0 0,0-1 1,0 1-1,0 0 0,1-4 0,-1 3-633,2-12-6250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198 511 4002,'0'0'3243,"-9"-8"97,8 7-2916,-38-36 11243,11-2-8129,2-11-3538,-31-83 0,53 124 0,-3-10-3,1-1 1,0 1-1,2-1 1,0 0-1,1-1 1,0-39-1,3 57 0,1 1 0,-1 0 0,1 1 1,-1-1-1,1 0 0,0 0 0,0 0 0,0 0 0,0 0 0,0 1 0,0-1 0,0 0 0,0 1 0,1-1 0,-1 1 0,1 0 1,-1-1-1,1 1 0,0 0 0,-1 0 0,5-2 0,3-3-360,3-4-1858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1 304 3850,'0'0'3987,"7"-21"-755,22-70 8891,2 20-8906,18-8-3681,-36 59 719,-12 18-399,1 0-1,-1 1 1,1-1-1,-1 0 1,1 1 0,0-1-1,0 1 1,-1 0-1,1 0 1,0-1-1,0 1 1,0 0-1,4-1 1,-3 2-1958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0 315 3033,'0'0'3615,"10"-22"-105,28-70 9348,-24 45-9352,-13 41-3490,0 0 0,-1 0 0,0 0 1,0-1-1,-1-6 0,0-12-421,5-52-1504,-4 69-1553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111 380 3065,'0'0'3695,"-1"-11"-199,1-4 3094,0-8 891,-2-2-5594,-11-24-1887,0 6 0,6 16 0,-1 0 0,-1 0 0,-22-41 0,28 62-13,1 0 0,0 0 0,0 0 0,1 0 0,0 0 0,0 0 0,0 0 0,1-10 1,0 16-315,-5 0-856,-4 0 2809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0 471 3602,'0'0'2641,"2"-11"878,3-43 9060,-2 5-8706,-8-234-3873,0 221-763,5 50-1956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111 306 1145,'4'-4'21487,"-1"-6"-17542,-4-6-3875,0 11-503,0-2 433,0 1 0,0 0 0,-1-1 0,0 1 0,0 0 0,-1 0 0,1 0 0,-5-6 0,-5-14 0,-56-144 0,68 169-198,-1 1 1,1-1 0,0 0 0,-1 0 0,1 1 0,0-1-1,-1 0 1,1 1 0,-1-1 0,1 0 0,-1 1 0,0-1-1,1 1 1,-1-1 0,0 1 0,1-1 0,-1 1 0,0-1-1,1 1 1,-2-1 0,0 1-1809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75 351 2841,'0'-3'6041,"-1"-1"-4864,0 0 0,0 0 0,0-1 1,0 1-1,-1 0 0,0 0 1,0 0-1,0 0 0,-3-3 0,2 1-250,0 0-1,0 0 1,0 0 0,1 0-1,-3-9 1,-10-50-4321,7 37 194,-5-43 0,13 71 3159,-1-22-5882,2-11 3903,-1 31 1928,1 0 0,-1 0 0,1 0 1,-1 1-1,1-1 0,0 0 0,0 0 0,0 1 0,0-1 0,0 0 0,0 1 0,0-1 0,0 1 0,1 0 0,-1-1 0,0 1 0,1 0 0,-1 0 0,1 0 0,0 0 0,-1 0 0,1 0 0,0 0 0,0 0 0,2 0 0,3-1-2800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0 165 2033,'2'-9'22206,"-1"6"-20231,5-7-1975,0 0 0,1 0 0,0 1 0,0 0 0,1 1 0,0 0 0,0 0 0,1 1 0,0 0 0,14-8 1,-10 6-2,2 2 0,-1 0 0,1 0 1,0 2-1,0 0 0,29-6 1,-43 11-121,0-1 1,-1 1 0,1 0 0,-1 0 0,1 0-1,0 0 1,-1 0 0,1 0 0,0 0 0,-1 0 0,1 0-1,-1 0 1,1 1 0,-1-1 0,1 0 0,0 0-1,-1 0 1,1 1 0,0-1 0,-1 10 2528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1977,'0'0'5346,"9"-2"-2464,21-3 10192,154-10-9138,-122 14-8450,1 1-7520,-63 4 8671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4114,'0'0'3583,"10"-1"-153,49-7 6915,4 4-5358,136 4-6110,-88 1 1927,-111-1-1057,0 5-93,-4-3-1623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2993,'0'0'2986,"2"14"-946,2-9 1336,5-2-1896,-1-1 0,1 0 0,-1-1 1,1 0-1,0 0 0,0-1 0,0 0 0,14-2 0,8 1 18,269 1-3502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3866,'0'0'3399,"5"0"-553,29 0 11308,-24 0-12205,179-13-1946,-2 1-18,-187 12 12,0 0-15,1 0-1,0 0 1,0 0-1,-1 0 0,1 0 1,0 0-1,0 0 1,-1 0-1,1 0 0,0 0 1,0 0-1,-1 0 1,1 0-1,0-1 0,-1 1 1,1 0-1,0-1 1,-1 1-1,1 0 0,0-1 1,-1 1-1,1-1 1,-1 1-1,1-1 0,0 1 1,-1-1-1,1 0 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4386,'0'0'4273,"3"0"-4119,19 0 2415,35 0 10463,-36 0-11232,0 0-1829,17 0-586,0 0 1,0-3 0,55-10-1,-79 9-965,15-3 904,-11 5-3526,-24 2 355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3049,'0'0'4134,"25"-6"-576,80-19 8838,-99 23-12079,94-23 3129,20-6-4132,-109 30 694,-9 1-14,0-1 0,0 1 0,-1 0 0,1 0 0,0-1 0,0 1 0,-1-1 0,1 0 0,0 1 0,-1-1 0,1 0 0,-1 0 0,1 0 0,-1 0 0,1 0 0,1-2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 4010,'0'0'3659,"7"0"-164,47-4 8038,-11-7-8016,38-20-3517,76-31 0,-111 46-345,-34 12 14,-10 3 121,-4 1-30,-17 6-3188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1 162 1024,'0'0'6307,"23"-7"-2874,31-14 4773,67-23-962,-75 29-7251,-20 7 4,-1-1 1,0-1-1,47-26 0,-60 29 21,-2 2-18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0 165 4258,'3'0'7915,"11"-2"-6480,-1-1 0,0 0 0,0 0 0,-1-1 0,1-1 0,-1 0 0,1-1 0,11-8 0,11-3-309,138-60-1126,-170 76-251,-1 1 0,1-1 1,-1-1-1,0 1 0,0 0 1,1-1-1,-1 1 0,0-1 1,0 1-1,-1-1 0,4-3 1,-3-2 3258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0 137 3185,'0'0'3882,"18"-4"-369,58-13 8455,-10-5-8302,5-6-3666,-31 10-1,2 3 0,66-17 0,-96 31 29,-9 1-2519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1 496,'0'0'7353,"4"0"-3999,98 0 10228,4 0-10045,1 0-8870,-1 0-7697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2465,'0'0'4353,"15"0"-248,122-4 5874,0 0-4667,-94 5-5963,72-11-1,-78 8-3521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4066,'0'0'3563,"6"0"242,62-1 1179,52 1 2792,-41 5-5756,-77-5-2090,0 0 0,0 0 0,0 1 0,0-1 1,0 0-1,0 1 0,0-1 0,0 1 0,0 0 1,0-1-1,0 1 0,0 0 0,0 0 1,-1 1-1,1-1 0,0 0 0,-1 0 0,1 1 1,-1-1-1,1 1 0,1 2 0,-2-1-1812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1689,'2'2'9151,"1"1"-8498,1-1 0,-1 1 0,1-1 0,0 0-1,-1 1 1,1-2 0,0 1 0,0 0 0,8 1 0,46 7 5243,3 2-2947,-43-6-2949,-1 0 0,0 1 0,-1 0 0,1 1 0,-1 1 0,-1 1 0,27 21 0,-35-24-486,-6-7 369,-1 0 0,1 1-1,-1-1 1,1 0 0,-1 1-1,1-1 1,-1 1 0,1-1-1,-1 1 1,0-1 0,1 1-1,-1-1 1,0 1-1,1-1 1,-1 1 0,0-1-1,0 1 1,0 0 0,0-1-1,1 1 1,-1 0 0,0-1-1,0 1 1,0-1 0,0 1-1,0 0 1,-1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2113,'3'0'8070,"13"0"6024,-12 1-12157,0 4-1937,1-1 0,-2 0 0,1 1 0,0 0 0,-1 0 0,0 0 0,0 0 0,0 1 0,-1-1 0,3 10 0,4 5 0,-4-7 0,22 37-39,-25-47 18,0 0 0,0 0 0,0 0 0,1 0 1,-1-1-1,1 1 0,0-1 0,-1 0 0,1 0 1,0 0-1,1 0 0,5 3 0,-2-4-1378,-2-1-1350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3938,'0'0'5007,"0"11"-1884,2-2-362,0 1 0,0 0-1,8 17 1,2 9 342,-4-7-3103,-3-12 0,0 0 0,-2 0 0,0 0 0,1 22 0,-4-22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4210,'0'0'3974,"-6"10"-3303,5-3 2182,5 72 8244,6-27-7688,-4-33-3445,-4-12-123,0 0-1,0 1 1,0-1 0,0 13-1,-2-13-2609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3642,'0'0'5254,"5"13"-2091,18 43 7671,1-7-7513,-17-36-3322,4 9-2,1-1-1,24 33 1,-36-54-103,0 1 0,1-1 0,0 1 0,-1 0 0,1-1 0,-1 1 0,1-1 0,-1 0 0,1 1 0,0-1 0,0 1 0,-1-1 0,1 0 0,0 1 0,-1-1 0,1 0 0,0 0 0,0 0 0,-1 0 0,1 0 0,0 0 0,0 0 0,3 0 2555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3546,'0'0'4352,"0"4"-878,3 12-473,0-1 0,9 26 0,-6-26-1541,-2 1-1,0 0 1,4 28 0,-6 38-4734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4778,'0'0'3378,"0"132"14680,0-99-18058,0 0 0,0-5 0,0 0 0,0-4 0,0-8 0,-4-2-633,-3-7 1266,0-4-633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0 3946,'0'0'4742,"-1"13"-1511,-8 43 8219,7-48-10805,0 0-1,0-1 0,-1 1 0,-5 10 0,1-7-689,0 0-1,-16 20 1,8-11-195,8-11 219,-21 27-194,26-34 199,0 0 0,0 0 0,-1 0 0,1 0 0,0 0 0,-1 0 0,1 0 0,-1-1 0,0 0 1,1 1-1,-5 0 0,2-1-1178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1 4410,'0'0'4218,"-61"75"13368,42-59-17586,0-2 0,-2 0 0,-3 1 0,1-4 0,-5 1 0,2 0 0,0-3 0,2-2-1874,5-2-692,3-5-2686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1625,'3'0'8611,"180"-13"3633,-61-5-8510,-107 14-3734,28-10 0,-21 7 0,-19 6-211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4090,'0'0'4050,"14"4"-3022,-2 0 1509,16 2 9736,-15-4-10037,24 1-2236,37-3 0,-33 0 0,-28-1-315,0-1 0,1 0 0,14-4 0,-15 3-5,1 0 1,-1 1-1,17-1 1,-24 3-1063,5-18-1481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3322,'-5'5'9159,"21"-1"-7360,-1 0 0,1-2 1,0 0-1,1-1 1,-1 0-1,27-3 0,-3 1-661,164 1-1784,-203-2 1292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2153,'3'0'8136,"17"0"5861,-14 0-12069,6 0-1928,222-5 0,-227 4-7,1 0 0,-1 0 1,0 0-1,0-1 0,0 0 1,0-1-1,0 1 0,-1-1 1,8-5-1,-13 8-21,-1-1-1,0 1 1,1-1 0,-1 1-1,0-1 1,1 1-1,-1-1 1,0 1 0,0-1-1,0 1 1,0-1 0,1 1-1,-1-1 1,0 0 0,0 1-1,0-1 1,0 1 0,0-1-1,0 0 1,-1-1 117,1-1-1897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1729,'3'4'6852,"-3"-4"-6709,0 0-1,0 0 1,0 0 0,0 0 0,1 0-1,-1 0 1,0 0 0,0 0-1,0 0 1,1 0 0,-1 0-1,0 0 1,0 0 0,0 0-1,0 0 1,1 0 0,8-1 1455,0 0 0,0-1 0,0-1 0,0 1 0,0-1 0,-1-1 0,13-6 0,17-6 825,-28 12-2423,5-1-2,0 0-1,27-5 1,-40 10-157,0 0 0,0-1 0,-1 1-1,1 0 1,0-1 0,-1 1 0,1-1 0,-1 0 0,1 0 0,-1 1-1,1-1 1,-1 0 0,1 0 0,-1 0 0,0-1 0,2-1 0,-2-1-1956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0 217 1337,'2'-4'8733,"9"-10"-6172,1 0 0,0 0-1,0 1 1,18-13 0,21-22 779,-27 23-3340,32-23 0,-38 37-4410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1 322 1825,'0'0'4583,"0"-10"-590,1 2-2436,1 0 1,0 0-1,0 0 1,1 0-1,0 1 1,1-1-1,0 1 1,5-8-1,5-11 239,7-20-1793,-13 24-40,2 1-1,1 0 1,0 1-1,1 0 1,2 0-1,16-19 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0 343 640,'0'0'6182,"5"-13"-2603,44-106 7734,-5 12-6813,-32 74-4500,-6 18 0,-1 0 0,13-22 0,-13 33-2293,-5 10 4586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0 514 1729,'0'0'4889,"0"-6"-1258,0-67 7340,0-2-5701,0-283-5586,0 357 174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1 375 1449,'0'0'5318,"0"-9"-1797,0-126 8666,7 39-8448,-4-6-5880,-3 70 1025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1 352 3858,'0'0'3088,"7"-22"400,3-8 2778,7-17 1322,-2-7-5662,2-48-3605,-3 19-761,-11 70-1566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5 231 1473,'-4'-3'22680,"3"1"-20619,1-223-5694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0 282 2761,'0'0'5994,"0"-10"-2195,0-30 5584,0-1-4871,0-149-4830,0 189 99,3 6 521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6 172 2857,'0'0'4152,"0"-3"-3795,0-19 3751,1-13 7041,-3 12-7558,-2-66-3870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40 3394,'-6'0'21076,"4"0"-19332,-14-1-1745,-1 0 0,1-2 0,0 0 0,-19-6 0,-7-2 0,35 10-260,7 1 166,-1 0 1,0 0-1,1 0 0,-1 0 0,1 0 0,-1 0 1,0 0-1,1 0 0,-1 0 0,0 0 0,1 0 1,-1-1-1,1 1 0,-1 0 0,0 0 0,1-1 1,-1 1-1,1 0 0,-1-1 0,1 1 0,-1-1 1,1 1-1,-1 0 0,1-1 0,0 1 0,-1-1 1,1 1-1,-1-1 0,1 0 0,0 1 0,0-1 1,-1 0-1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15 330 3698,'0'0'2516,"0"-8"1040,0-27 2125,2-49 2866,-5 32-6331,-3 19-2216,4 25 0,0-1 0,1 1 0,-1-14 0,2-34-1068,0 42-2571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22 356 4114,'0'0'3187,"-8"-9"-2027,5 3 1807,-2-25 309,2-1 0,1 0 1,3-53-1,1 19-1595,-2-22-2975,0 82-502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0 396 2705,'0'-2'7206,"0"-5"-6739,2-170 11708,6 60-8514,-1 36-4274,-7 70-1736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22 508 3570,'0'0'3997,"-3"-15"-489,-9-50 8622,7 27-8779,6 2-3372,0 18-300,8-39 321,-6 43 0,0-1 0,0-16 0,-2 11 0,-1 0 0,-1 0 0,-1 0 0,-1 1 0,-5-25 0,7 42-6,-1-2-214,1 0-1,0-1 0,0 1 1,0-1-1,0 1 0,1-1 0,0 1 1,0-1-1,0 1 0,0-1 0,1 1 1,1-8-1,2 3-3187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5 440 4330,'0'0'3165,"-1"-12"89,-2-41 8562,2 7-8167,3-4-3649,2 1 0,2-1 0,12-49 0,-15 86-1,-2 0 1,0 0 0,-1-15 0,0 22-1,0 5-29,-1 0 0,1 1 0,-1-1 0,1 1 0,-1-1 0,0 1 0,1-1 0,-1 1 0,0 0 0,0-1 0,1 1 0,-1 0 0,0-1 0,0 1 0,1 0 0,-1 0 0,0 0 0,0 0 0,0 0 0,1 0 0,-1 0-1,0 0 1,0 0 0,0 0 0,1 0 0,-1 0 0,-1 1 0,-2-1-1143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0 323 2921,'0'0'5636,"0"-10"-5114,0-3 510,2-43 12292,1 33-10545,15-43-2779,-11 46 0,-1-1 0,-2 1 0,0-1 0,2-39 0,-6 57-182,0 3 101,-1 0 0,1-1 0,0 1-1,0 0 1,0-1 0,0 1 0,0 0 0,0 0 0,0-1-1,0 1 1,0 0 0,0-1 0,0 1 0,0 0-1,0 0 1,0-1 0,0 1 0,0 0 0,1-1 0,-1 1-1,0 0 1,0 0 0,0-1 0,0 1 0,0 0 0,1 0-1,-1-1 1,0 1 0,0 0 0,1 0 0,-1 0 0,0-1-1,0 1 1,1 0 0,-1 0 0,0 0 0,0 0 0,1 0-1,-1 0 1,0-1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52 346 3201,'-4'-3'21015,"4"-1"-19017,1-55-3158,-4-86-6783,2 131 7193,-1 0 1,-1 0-1,0 0 0,-1 1 0,0-1 0,-1 1 0,0 0 1,-8-12-1,13 25 706,0 0 1,0 0 0,0 0-1,0 0 1,0 0-1,0 0 1,-1 1 0,1-1-1,0 0 1,0 0 0,0 0-1,0 0 1,0 0-1,0 0 1,0 0 0,0 0-1,0 0 1,0 0-1,-1 1 1,1-1 0,0 0-1,0 0 1,0 0 0,0 0-1,0 0 1,0 0-1,0 0 1,-1 0 0,1 0-1,0 0 1,0 0 0,0 0-1,0 0 1,0 0-1,0 0 1,-1 0 0,1 0-1,0 0 1,0 0 0,0 0-1,0 0 1,0 0-1,0 0 1,0 0 0,-1-1-1,1 1 1,0 0 0,0 0-1,0 0 1,0 0-1,0 0 1,0 0 0,0 0-1,0 15-671,0-11-19,0 6-1603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403 35 2521,'0'0'5247,"-9"0"-1875,-35 0 5492,-2-1-3741,-50-2-2646,-50-1-5230,86 3 3989,60 0-1271,-1 0-1,1 1 1,0-1 0,0 0-1,0 0 1,0 1-1,0-1 1,0 0 0,0 0-1,0 1 1,0-1 0,0 0-1,0 0 1,0 0 0,1 1-1,-1-1 1,1-1 0,8-9-2764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31 3930,'0'0'4056,"-5"0"-643,-74-3 5855,-16-1-3721,-132 4-5742,227 0-280,2-10-1167,10-4 3954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0 4426,'0'0'4309,"-17"0"-1097,-55 0 7706,7 0-7569,29 1-3349,0 1 0,-42 9 0,48-5-4,-1-2 1,-31 0 0,61-4-85,-2 0 186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1 3522,'0'0'3845,"-15"0"-367,-55 3 8291,8 3-8169,35-2-3695,-14 2-810,0 1 0,-41 13 0,82-20 868,-1 1 0,0-1 1,1 0-1,-1 0 1,0 1-1,1-1 0,-1 0 1,1 0-1,-1 1 1,1-1-1,-1 1 0,1-1 1,-1 0-1,1 1 1,-1-1-1,1 1 0,0-1 1,-1 2-1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395 0 3490,'-2'0'7375,"-42"3"4379,15 6-8159,-17 14-3606,-227 127-696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4050,'0'0'3890,"-3"4"-585,-5 5-1396,0 0 1,1 1-1,0 0 0,1 1 0,-8 15 0,10-17-1206,1 1-1,0-1 1,0 1 0,-1 15 0,-11 68-924,6-38-649,-5 103 0,14-155-1123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4218,'0'0'4099,"-2"12"-277,2-2-2492,0 0 642,0 0 1,0 1-1,1-1 0,3 13 1,-2-18-1562,-1 0 1,1 0 0,0-1 0,1 1 0,-1-1 0,7 8 0,11 16-412,-13-17 0,1 0 0,0-1 0,1 0 0,12 11 0,-19-20-57,0 1 0,-1 0 0,1-1 0,0 1 0,0 0 0,-1 0 0,1 0 0,-1 0 0,0 1 0,0-1 0,1 0 0,-1 1 0,-1-1 0,1 0 0,0 1 0,-1-1 0,1 4 0,-1-1-3688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3586,'0'0'3070,"5"5"434,46 32 4841,-37-28-6803,-1 0-1,0 1 1,0 0 0,17 21 0,-26-28-1542,1 1 0,-1 0 0,0-1 0,1 0 0,0 0 0,-1 0 0,1 0 0,10 3 0,-11-5 0,1 1 0,-1 0 0,0 0 0,0 0 0,0 0 0,0 1 0,0-1 0,-1 1 0,1 0 0,-1 0 0,0 1 0,6 6 0,-9-10 0,2 3-59,0 0 1,-1 0 0,1 0 0,-1 0-1,0 0 1,0 0 0,0 1 0,0-1-1,0 0 1,-1 1 0,1 4 0,-1 7-2117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1 4210,'0'13'20063,"0"-10"-18122,0 120-1941,-1-118 0,0 0 0,0-1 0,-1 1 0,1 0 0,-1 0 0,0-1 0,0 1 0,-1-1 0,1 0 0,-1 1 0,0-1 0,0-1 0,0 1 0,-1 0 0,-5 4 0,-10 9 0,-34 23 0,53-40 0,-105 65 0,81-52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0 4410,'0'0'4263,"-7"5"-1182,-15 10-727,1 1 1,1 1-1,-22 22 1,-57 70 2687,94-104-5271,0 0 1,1 0 0,-1 0-1,1 1 1,1 0-1,-1 0 1,1 0 0,0 0-1,0 0 1,1 1 0,-1-1-1,2 1 1,-1 0 0,-1 13-1,3-18-536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0 2593,'0'0'5381,"-3"14"-2084,-3 27 5100,-6 38-1851,-6 73-6772,5-27 87,11-103-2398,2-15-132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5146,'0'2'5807,"-2"16"7613,2-12-11579,0 24-1844,-5 137-435,2-155-423,-3 0 2163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1 472,'0'10'23906,"0"-6"-22070,0 38-1836,3-1 0,1 1 0,2-1 0,2 0 0,18 52 0,-23-84-1697,-3-9 1644,0 0 0,0 0 0,0 1 0,0-1 0,0 0 0,0 0 0,0 0 0,1 0 0,-1 0 0,0 1 0,0-1-1,0 0 1,0 0 0,0 0 0,0 0 0,0 0 0,0 1 0,0-1 0,0 0 0,0 0 0,0 0 0,1 0 0,-1 0-1,0 0 1,0 0 0,0 0 0,0 1 0,0-1 0,0 0 0,1 0 0,-1 0 0,0 0 0,0 0 0,0 0 0,0 0-1,1 0 1,-1 0 0,0 0 0,0 0 0,0 0 0,0 0 0,0 0 0,1 0 0,-1 0 0,0 0 0,0 0 0,0 0-1,0 0 1,0 0 0,1 0 0,-1-1 0,0 1 0,0 0 0,0 0 0,0 0 0,2-4-2986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4178,'0'0'3947,"-2"8"-576,-7 38 7903,6-3-7830,3-13-3450,-9 235-1030,8-252 2943,1-9-2942,0-1-1,-1 0 0,1 1 0,-1-1 1,1 0-1,-1 0 0,0 1 1,0-1-1,0 0 0,-2 3 0,-3 0 2887,-2 0 4045,6-6-5356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2993,'0'3'7347,"0"17"6619,0-14-12058,0 16-1908,0 51-15,-10 75-1,10-143-364,-3 13 819,-1-12-4787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0 2097,'-6'12'22072,"5"-9"-20027,0 14-2045,0 0 0,-2 0 0,0 1 0,-6 17 0,-25 69 0,23-75 0,5-13-161,-2 0 1,-12 20-1,17-31-1646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4530,'0'12'18767,"-1"17"-16022,0-19-2728,1-1 0,-1 0 0,1 0 1,1 1-1,0-1 0,0 0 0,1 0 0,0 0 0,5 12 1,11 10-42,2-1 1,0 0 0,35 37-1,-53-65-23,-2-1-47,1-1 0,-1 1 1,1 0-1,0-1 0,-1 1 1,1 0-1,0-1 1,-1 1-1,1-1 0,0 1 1,0-1-1,-1 1 0,1-1 1,0 0-1,0 1 0,0-1 1,0 0-1,0 0 0,-1 0 1,1 1-1,2-1 1,1 0 2294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2401,'0'0'5202,"10"0"-3738,26-2 7113,-13 0-1790,-7 1-5004,271-1-1785,-276 1-452,1 0 0,-1-1 0,16-4-1,-23 4 2274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33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1337,'0'0'7147,"6"-1"-3921,5-1-1377,-1-1 0,0 0 0,0-1 0,0 0 1,9-6-1,29-17 1560,-38 21-4408,18-11-5345,-27 16 6071,0 0 1,0 0 0,0 0-1,0 0 1,0 0-1,0 0 1,0 0-1,0 0 1,0 0-1,-1 0 1,1 0-1,0-1 1,-1 1-1,1 0 1,-1-1-1,1 1 1,0-2-1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1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 2945,'8'1'20199,"-8"1"-19974,1 0 0,-1 0 1,1 0-1,-1 1 0,0-1 0,0 0 0,0 0 1,0 1-1,0-1 0,0 0 0,-1 0 0,1 0 1,-1 1-1,0-1 0,1 0 0,-3 4 0,-19 33-953,20-35 698,-19 33 30,3 0 0,-18 51 0,13-31 0,15-39-70,6-17 6,3-4-1,10-28 105,0 9 119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1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0 3602,'0'0'2518,"1"8"2276,1 7 7557,-7 17-9241,-12 8-2773,0-7-835,14-21 463,-1 0 1,2 0 0,-1 1 0,2-1 0,-1 1 0,2 0-1,1 20 1,-1-5-70,9 26-36,-9-42-1423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1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2625,'0'3'6239,"-3"67"1758,0 12-497,7-28-5647,0-8-2089,-2 88 0,-3-70-309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1953,'0'1'14021,"0"10"-6834,1 7-5923,1 1-1,8 33 0,2 20-2000,-11-63 509,-1-1-977,1 0 1,-1 0 0,1 0-1,1-1 1,0 1 0,0 0 0,5 10-1,-3-13-1678,1-4 561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3249,'0'-1'6481,"2"8"-3704,0 0 0,0 0 1,1-1-1,4 10 0,3 6-179,8 26-2634,-1 0 0,16 81 1,-33-115-2333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1857,'0'4'7773,"4"24"-2755,4 33 4137,-6-19-6744,-2 125-3564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3121,'0'3'6712,"-1"46"-2990,4 94 6225,-1-120-9043,2-1 0,6 27 0,16 40-923,-19-82 20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3538,'1'17'19621,"0"-14"-19195,-1 0 1,1 0 0,0-1-1,1 1 1,-1 0 0,0 0 0,4 4-1,29 35-471,-20-27-268,1 3 309,24 21 1,-34-34-3,1-1-1,-1 1 1,1-1 0,0 0 0,0-1-1,0 0 1,0 0 0,1 0 0,7 2-1,-13-5-141,0 0 0,0 1 0,0-1-1,0 0 1,0 0 0,0 0 0,0 0-1,0 0 1,0 0 0,0 0 0,0-1-1,0 1 1,0 0 0,2-1 0,-3-8-1937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3177,'17'6'19859,"-8"4"-18562,-1 0 0,14 23 0,2 4-2010,30 28 721,-48-59-13,0 0 0,0 0-1,0-1 1,1 0 0,0 0 0,0-1-1,15 7 1,0-8-787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61 480,'0'0'1657,"8"-33"22420,-5 28-24518,-3-1 409,0-2-184,3 0 905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1937,'32'-96'1270,"-25"77"1422,-8 35-554,0 10 5668,0 2 397,1-9-6035,2 11-2168,1-1 0,2 0 0,9 36 0,6 30 0,-12-2-2599,-8-116 5198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2969,'-2'2'7823,"2"-2"-7424,-1 0-1,1 0 1,-1 1 0,0-1 0,1 0-1,-1 0 1,1 1 0,-1-1 0,-1 2 1196,2-2-1197,0 1 1,-1-1 0,1 1 0,0-1-1,-1 1 1,1-1 0,0 1 0,0 0-1,-1-1 1,1 1 0,0-1 0,0 1-1,0 0 1,0-1 0,0 1-1,0-1 1,0 1 0,0 0 0,0-1-1,0 1 1,0 0 0,0 0 0,1 2 668,0 9-1067,0 0 0,0 0 0,1-1 0,0 1 0,1 0 0,7 17 0,35 63 0,-44-91-41,1 2-295,-1-1 0,1 1 0,-1-1 0,0 1 0,0 0 0,0-1-1,0 1 1,0 5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3306,'0'0'2722,"11"0"915,4 0 1608,28 0 3711,-11 1-6608,-26 0-2348,-1 0 0,0 1 0,0 0 0,0 0 0,-1 0 0,1 0 0,0 1 0,-1-1 0,1 1 0,-1 1 0,4 3 0,18 11 0,-15-12-31,1 0 1,0-1 0,1 0 0,-1 0 0,1-2-1,0 1 1,0-2 0,0 1 0,0-2 0,20 0-1,-32-1-559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2801,'0'-2'6784,"0"2"-6417,0-1 0,0 1-1,0-1 1,0 1 0,0-1 0,1 1 0,2-5 3670,-2 5-3671,-1-1 1,1 1 0,-1 0 0,0-1 0,1 1 0,-1 0 0,1 0 0,-1 0 0,1 0 0,0-1 0,-1 1 0,1 0 0,-1 0 0,1 0 0,-1 0 0,1 0-1,-1 0 1,1 0 0,-1 0 0,1 1 0,-1-1 0,1 0 0,-1 0 0,1 0 0,0 1 0,0-1 117,39 0-486,94-3-19,-115 1 19,-1 0-1,1-2 1,-1 0-1,1-1 1,17-8-1,-23 7-270,-11 4 82,0 1-1,1 0 0,-1 0 1,0 0-1,0 0 1,1 0-1,-1 0 0,1 1 1,4-2-1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2417,'1'-4'7951,"2"2"-7013,0-1 1,0 0 0,0 1 0,0 0-1,0 0 1,0 0 0,1 0 0,-1 1-1,1-1 1,6-1 0,41-9 4581,-11 9-5520,54 4 0,-33 0 0,-58-1-117,1-1 1,-1 1-1,0-1 1,1 0 0,-1 0-1,0 0 1,5-2 0,-7 2 8,0 1 0,0-1 0,0 1 0,0-1 0,0 0 1,0 1-1,0-1 0,0 0 0,0 0 0,0 0 1,0 0-1,0 0 0,0 0 0,-1 0 0,1 0 1,0 0-1,-1 0 0,1 0 0,-1 0 0,1 0 1,0-3-1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1 152 1849,'0'0'2580,"6"-3"675,29-13 13030,-27 12-14040,94-57-2245,-58 32 0,-26 22-19,7-4-113,-24 11 117,0-1-1,0 1 1,-1-1-1,1 1 1,0-1-1,0 0 1,-1 1 0,1-1-1,-1 0 1,1 1-1,0-1 1,-1 0-1,1 0 1,-1 1 0,0-1-1,1 0 1,-1 0-1,0 0 1,1 0-1,-1 0 1,0 1-1,0-2 1,0-2-1712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0 149 1273,'0'0'4156,"6"-1"-413,25-4 9293,-4-6-9030,4-6-4006,0 1 0,1 1 0,1 2 0,56-14 0,-70 23-6,-14 3-23,0 1 1,0-1-1,1 0 1,-1-1 0,0 1-1,0-1 1,-1 0-1,1-1 1,0 1-1,-1-1 1,1 1 0,-1-1-1,0-1 1,4-3-1,-2 1-1419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55 232,'18'-5'22963,"-9"1"-22387,-1 0 0,1 1 0,0 0 0,14-2 1,5 1-497,38 0 1,17-3-253,-52 0-839,-21 5 206,0 0 0,1 0 1,13-1-1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3794,'0'0'2650,"3"0"-2177,12-1 1909,27-3 10662,-18 1-9173,165-25-3821,-107 14-610,-55 8-1857,-1 0-856,-8 5-6128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1201,'0'0'6146,"7"-7"-5079,-3 3 2054,15-5-1057,1 1 0,0 1 0,0 1 0,0 1 0,0 1 0,26-3 0,-29 4-1833,16-2-229,19-3-21,69-19 0,-114 25-39,-6 2 43,1 0 0,-1 0 0,1 0 0,-1-1 1,1 1-1,-1 0 0,1-1 0,-1 1 0,1-1 1,-1 0-1,0 1 0,1-1 0,-1 0 0,2-1 0,-3-3-1565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11 832,'0'0'3898,"0"0"-3724,0-1 0,0 0 0,0 1 0,0-1-1,0 1 1,0-1 0,1 1 0,-1-1 0,0 0 0,0 1 0,1-1-1,-1 1 1,0-1 0,1 1 0,-1-1 0,0 1 0,1 0 0,-1-1-1,1 1 1,0-1 0,13 1 3199,19 0 10731,-28 0-13748,305 0-1737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2817,'0'0'4674,"15"0"-901,189-5 7649,-160 0-9658,45-9 0,-87 14-1765,3-1-57,-1 0 0,1 0 0,0-1 0,-1 1 0,1-1 0,7-4 0,-12-1-3595,0 0 325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0 138 856,'3'0'8138,"15"0"7001,-13 0-13058,6 0-2081,0 1 0,-1-1 0,1 0 0,-1-1 0,0 0 0,0 0 0,1-1 0,-1 0 0,0-1 0,0 0 0,-1-1 0,13-6 0,-2-3 0,23-21 0,-30 23 0,0 1 0,0 0 0,1 1 0,23-12 0,-34 20-62,0 0 1,0 1-1,-1-1 1,1 1-1,0-1 1,0 1 0,5 0-1,-8 0 57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1 282 2441,'0'-4'20652,"0"-133"-17015,0 0-6916,0 134 1367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0 190 976,'0'0'5922,"0"-4"-5144,0-10 2006,4-17 11063,0 19-11940,4-13-1907,-7 20 0,1 0 0,-1-1 0,1 1 0,1 0 0,-1 0 0,1 0 0,0 0 0,0 0 0,0 1 0,5-6 0,17-21-1812,-14 18 3624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1 504,'19'0'23659,"-16"0"-21608,250 0-6467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1905,'0'0'6060,"19"0"-5017,-3 0 2949,4 0 6034,-5 1-6838,113 4-3241,-114-5 54,-13 0-44,-1 0 1,1 0-1,-1 0 1,1 0-1,-1 0 1,1 0 0,0 0-1,-1 0 1,1-1-1,-1 1 1,1 0 0,-1 0-1,1 0 1,-1-1-1,0 1 1,1 0-1,-1-1 1,1 1 0,-1 0-1,1-1 1,-1 1-1,0-1 1,1 1-1,-1 0 1,0-1 0,1 1-1,-1-1 1,0 1-1,1-1 1,-1-2-2259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20 832,'-11'-3'16031,"34"3"-8566,-7 0-5579,97-8-3339,2 0-869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1377,'7'6'21919,"21"-6"-20291,83-3-156,-95 2-1510,0-2-1,1 0 1,-1 0 0,26-11-1,-34 13 39,-5 1-2648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1865,'0'0'4224,"3"0"-3665,14-1 2439,27-2 11571,-27 1-12570,15-2-1999,114-23 0,-91 4-877,-52 20-1780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1313,'2'1'8305,"20"5"5300,32 8-9968,24 14-4283,-50-25-1366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 3073,'0'0'4034,"0"-1"-4011,0 1-1,0 0 0,0 0 1,0 0-1,-1 0 0,1 0 1,0 0-1,0 0 0,0 0 0,0 0 1,-1 0-1,1 0 0,0 0 1,0 0-1,0 0 0,0 0 1,0 0-1,-1 0 0,1 0 1,0 0-1,0 0 0,0 0 1,0 0-1,0 0 0,-1 0 1,1 0-1,0 0 0,0 1 1,0-1-1,0 0 0,0 0 1,0 0-1,-1 0 0,1 0 0,0 0 1,0 0-1,0 1 0,0-1 1,0 0-1,0 0 0,0 0 1,0 0-1,0 0 0,0 1 1,1 16 2685,11 23 10822,-6-25-11666,0-1-1867,-2-4-11,0-1-1,1 1 1,10 14-1,-14-22 8,1 0 0,-1 0 0,1 0 0,0 0 0,0 0 0,0-1 0,0 1-1,0-1 1,0 1 0,0-1 0,1 0 0,-1 0 0,1 0 0,-1 0 0,0 0 0,1 0 0,-1-1-1,1 1 1,0-1 0,2 0 0,0 1-134,-4-1 111,0 0 0,0 0 1,0 0-1,0 0 1,0 0-1,-1 0 1,1 0-1,0 0 0,0 0 1,0 0-1,0-1 1,0 1-1,0 0 1,0-1-1,0 1 0,1-1 1,4-13 883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1849,'6'17'24365,"6"-5"-24365,-3-2 0,1 0 0,0-1 0,0 0 0,1-1 0,0 0 0,0 0 0,15 6 0,-12-9-46,1 0 1,-1-1 0,1-1 0,0 0 0,0-1-1,0 0 1,0-2 0,15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1937,'0'0'6575,"4"0"-3480,50 0 8799,1 0-7720,110 0-8854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2505,'15'0'21627,"-10"0"-19545,162 0-2082,-164 0-23,-1-1 0,1 1-1,-1-1 1,0 0 0,0 1 0,1-1 0,-1 0 0,0 0 0,4-3 0,-4 3-68,-1-1 0,1 1 0,0 0 0,0 0 0,0 1 0,0-1 0,0 0 0,0 1 0,4-1 0,-3 1-1642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3354,'15'0'20821,"-11"0"-18782,3 1-2039,0-1 0,1 0 0,-1-1 0,0 0 0,0 0 0,0 0 0,0-1 0,0 0 0,-1-1 0,1 1 0,7-5 0,-10 5-11,1-1-133,-1 0 0,1 0 0,1 1 0,-1 0 0,0 0 0,0 0-1,1 0 1,-1 1 0,1 0 0,-1 0 0,8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9 249 256,'0'0'6652,"0"-17"-5246,-1 4 511,0-7 5189,0 0-72,1 7-5191,-3-147-2256,0 155-1645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0 254 856,'0'-13'23154,"0"10"-20950,0-234-2248,0 237-96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45 177 1649,'0'0'4074,"-9"-5"-2435,7-3 1161,-4-11 11306,4 13-12160,-3-6-1948,1 5-1,1-1 0,0 0-1,1-1 1,-1 1-1,2 0 1,-1-1-1,1 1 1,0-9 0,1-22-912,0 34-2092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13 207 2865,'0'0'2938,"-9"-4"-2361,5-7 2085,5-29 11565,0 27-11282,-1-126-6013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73 1633,'0'0'5921,"-18"-20"8085,6 10-9095,3 4-4969,0 0 0,0 0 0,0 0-1,-19-6 1,18 9 35,0 2-1,-1 0 1,1 0-1,0 0 0,-1 2 1,-10 0-1,-12 1-136,11-2-1634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1 2689,'0'0'2870,"-10"3"902,6-2-2042,-47 10 10023,9-7-8353,-144-7-12268,185 3 8113,1 9-3176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224 132 2753,'0'0'3416,"-5"1"74,-7 1-1335,0 0 1,0-1-1,0-1 0,-24-1 0,29 0-1711,1 0 1,0 0-1,0-1 1,0 0-1,0 0 1,0 0-1,0-1 1,1 0 0,-1 0-1,1 0 1,0-1-1,-6-5 1,6 6-605,1-1 1,0 0-1,0 0 1,0 0 0,0 0-1,1 0 1,0-1 0,0 0-1,0 0 1,0 0 0,1 0-1,-1 0 1,2 0-1,-1 0 1,0-1 0,1 1-1,0-1 1,0-6 0,1 7-2792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0 210 2881,'0'0'3699,"0"-8"-230,0-84 8891,0 24-8555,0 67-3814,1 0 1,-1 0-1,0 0 1,1 0-1,-1 0 0,0 0 1,1 0-1,-1 0 1,1 0-1,0 0 1,-1 1-1,1-1 1,0 0-1,-1 0 1,1 1-1,0-1 1,0 0-1,-1 1 1,1-1-1,0 1 1,0-1-1,0 1 1,0-1-1,1 1 1,31-10-342,-17 5 256,1-3 751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3169,'0'0'4064,"4"-1"-659,2-1-1992,1-1-1,-1 1 1,1-1-1,-1-1 1,10-6-1,-11 6-823,0 1 0,0-1 0,1 1 0,0 0 0,0 1 0,0 0 0,0-1 1,0 2-1,0-1 0,0 1 0,8-1 0,5 1-653,-14 0 58,1 1 0,-1 0 0,1 0 0,-1 0 0,0 0 0,1 1 0,-1 0 0,10 3 0,-1 6 156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2753,'9'0'20169,"46"1"-16167,28 6-4712,39-4 48,-80-3 167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3746,'0'0'3553,"99"-6"15362,-60 6-18915,-1-5 0,4-1 0,-6 1 0,-1-6 0,-4 5 0,-7-2 0,1 0 0,0 5 0,-6-3-1265,1 4 2530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1 138 2081,'0'0'4194,"11"0"-620,14 0 1759,33-6 1,-48 5-4622,1-1 0,-1 0 0,1-1 1,-1-1-1,0 1 0,-1-1 0,13-7 1,1-6-968,0-1 1,39-40 0,-52 49 1017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0 265 1497,'0'-2'7961,"6"-41"4867,2 14-8900,-5 12-3933,0 1 1,-1-1-1,-1 0 1,-1 0 0,-2-24-1,1-5 0,1 45-28,0 0 0,0 1 1,0-1-1,1 0 0,-1 0 1,0 0-1,1 0 1,-1 0-1,1 0 0,-1 1 1,1-1-1,-1 0 0,1 0 1,1 0-1,2-5-1261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31 265 536,'0'0'6395,"0"-14"-5334,0 13-1034,0-13 2949,-2-20 10428,1 23-11589,-11-53-2794,7 39-166,1 1-1,0-1 1,1-27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103 136 2841,'0'0'3966,"-6"-20"12398,-25-30-12664,25 42-3794,-1-1 0,0 1 0,-1 1 0,0-1 0,0 1 0,-10-6 1,15 8-2723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438 15 3962,'0'0'2182,"-5"-14"-1507,-12 14 2211,-22 0 11622,25 0-12507,-70-1-2001,-97 2 0,167 0-22,0 0 0,1 0 1,-1 1-1,-19 6 1,30-7-112,-4 4-247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3 2393,'0'0'3250,"-7"0"448,-43-1 2382,-43-1 2501,34 8-6369,45-2-2335,0 0 1,-23 10 0,27-9-98,1-1 0,-1-1 1,-1 1-1,1-2 0,0 1 0,-21 1 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28 1689,'-2'-2'7137,"-3"-4"-2489,-8-5 5401,-1 8-7358,-266 3-2691,258-6-2368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1 544,'0'0'5055,"-6"0"-1423,-4 2-1035,-1 0-1,0 1 1,0 1-1,-9 3 1,-27 13 1403,35-14-4007,-1-1 1,-1-1 0,1 0-1,-1-1 1,-20 2 0,-71-1-189,97-4 170,7 9-379,1 4-2120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53 1297,'0'0'6787,"-14"0"-5899,8 0 2111,-23 0 3,8 1-66,0-2 0,-25-3 0,38 3-2530,1-1-1,-1 0 1,1 0-1,0-1 0,-11-5 1,4 0-404,9 5-5,0 0-1,0 1 1,0-1 0,0 1-1,0 0 1,0 0-1,-1 0 1,1 1 0,-1 0-1,-8-1 1,13 2-207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122 297 2569,'-4'-2'6439,"-1"-2"-3808,-1 1 0,2-1 0,-1 0-1,-7-8 1,10 9-2124,-1 0-1,1 0 0,0 0 1,1 0-1,-1-1 1,1 1-1,-2-5 1,-21-83-507,15 50 0,-22-56 0,26 89-4090,5 13 1264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64 369 2433,'0'0'3631,"0"-9"-26,-1-29 1956,0-56 3153,0 82-7958,-1-1 1,-4-19 0,-42-129-757,44 152-3894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119 204 3538,'0'-2'6077,"0"0"-5634,0-8 2657,0 1-1,-1 0 1,-1-11 0,1 16-2474,-1 0 0,1-1 0,-1 1 0,0 0 0,-3-6 1,-7-12-627,9 15 0,-1 0 0,0 1 0,-1-1 0,1 1 0,-8-8 0,-35-35-253,38 46-2358,7 3 985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19 3314,'0'0'3557,"-10"-2"-44,-42-4 8603,7 2-8402,-1 0-3719,0 2 1,-46 3-1,91 0 6,-1-1 0,0 1 0,1 0-1,-1-1 1,1 1 0,-1 0 0,1 0 0,0 0-1,-1 0 1,1 0 0,0 0 0,0 0 0,-1 0-1,1 0 1,0 1 0,0-1 0,0 1 0,1-1-1,-1 0 1,0 1 0,0 1 0,-1 1-138,1 0 1,-1 0-1,1 0 0,0 0 1,0 0-1,0 0 1,1 6-1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0 160,'0'0'5472,"-8"12"-1677,-61 85 7171,54-75-9511,1 2 0,1 0 0,-10 28 1,13-17-1610,1 1 0,-5 54 1,10-59 117,2-25 34,-1-3-1748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 1505,'0'0'3736,"-8"7"185,-39 47 4642,-13 13-1734,23-27-5169,8-7-2852,27-30 1001,1 0 1,-1 0 0,0-1-1,1 1 1,0 0 0,-1 1-1,1-1 1,0 0-1,1 0 1,-1 0 0,0 5-1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0 1729,'-4'3'8054,"-13"7"-4857,-1 0 0,1-1-1,-22 8 1,-24 12 447,-16 16-3644,53-29 0,0 0 0,-2-2 0,1-1 0,-52 16 0,78-29-57,1 0 1,-1 0-1,1 0 1,0 0 0,-1 0-1,1 0 1,0 0-1,-1 0 1,1 0 0,0 1-1,-1-1 1,1 0-1,0 0 1,-1 0 0,1 0-1,0 1 1,-1-1-1,1 0 1,0 0 0,-1 1-1,1-1 1,0 0-1,0 0 1,-1 1 0,1-1-1,0 0 1,0 1-1,0-1 1,0 0 0,-1 1-1,1-1 1,0 0-1,0 1 1,0-1 0,0 0-1,0 1 1,0-1-1,0 0 1,0 1-1,0-1 1,0 1 0,0-1-1,0 1 1,0 2-549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546 6 2745,'0'0'3879,"-5"-1"-305,-10-1-1530,0 0-1,0 1 0,0 1 0,0 1 1,-16 2-1,14 0-791,1 0 0,-25 9 0,-78 25-1253,83-28-4,0 1 0,0 2 0,2 2 0,-42 22 0,74-35-36,0 0 0,0 0-1,1 0 1,-1 0-1,0 1 1,1-1 0,-1 0-1,1 1 1,0-1 0,-1 1-1,1-1 1,0 1 0,-2 3-1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2193,'-13'2'21977,"10"-1"-19933,-1 2-2044,0 0 0,1 0 0,-1 1 0,1-1 0,0 1 0,0 0 0,0-1 0,0 1 0,1 1 0,-1-1 0,1 0 0,0 1 0,-1 4 0,-4 12 0,-6 34 0,8-33 0,-7 35-6,-34 126-19,45-179-134,0 0-1,0 0 1,-1-1 0,1 1-1,-1-1 1,-4 6 0,-2 1 1305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0 3466,'0'0'3588,"-5"0"-188,-1 0-990,1 0-1,-1 1 1,1 0 0,-12 3-1,-11 9 1303,1 3-3731,0-2 0,-40 16 0,-29 14-53,85-38 67,0 1-1,0 0 1,1 1 0,0 0 0,1 0-1,-11 12 1,14-9-1346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1 1185,'-4'0'8668,"-50"3"3845,14 6-8665,-219 67-3848,258-76-110,-1 0 0,1 1 0,0-1 0,-1 1 0,1-1 0,0 1 0,0 0 0,-1-1 0,1 1 0,0 0 0,0 0 0,0 0 0,0 0 0,0 0 0,0 0 0,0 0 0,1 0 1,-1 0-1,0 0 0,1 0 0,-1 1 0,0-1 0,1 0 0,-1 1 0,1-1 0,0 0 0,-1 1 0,1-1 0,0 0 0,0 1 0,0-1 0,0 3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6 1473,'-19'-5'21492,"13"5"-20996,0 0 0,1 1 0,-1 0 0,1 0 0,0 0-1,-6 3 1,-5 3-401,1 0-1,-16 11 1,-10 4-601,-14 3 506,-40 20 0,94-44-72,0 1-1,0-1 1,0 0 0,0 1 0,0 0 0,0-1 0,1 1 0,-1 0 0,0-1 0,1 1 0,-1 0 0,1-1-1,0 1 1,0 0 0,0 0 0,-1 0 0,2-1 0,-1 1 0,0 0 0,0 0 0,1-1 0,-1 1 0,0 0 0,2 1-1,5 1 1876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2265,'0'0'3294,"-4"9"454,-9 20-566,-28 75 6084,35-87-8374,1 0 0,1 0-1,0 1 1,-1 24 0,1 190-1984,4-214 860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1 744,'1'3'4652,"2"19"13638,-1-14-15762,25 124-2528,-23-112-76,0 0 1,-2 0-1,-1 0 1,-1 25-1,0-33-48,0 2-1647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0 2345,'-14'0'23869,"13"0"-23869,0 1 0,0-1 0,0 0 0,0 1 0,0-1 0,0 1 0,0-1 0,0 1 0,0 0 0,0-1 0,0 1 0,0 0 0,0-1 0,1 1 0,-1 0 0,0 0 0,1 0 0,-1 0 0,0 0 0,1 0 0,-1 0 0,1 0 0,0 0 0,-1 0 0,1 0 0,-1 2 0,-5 32 0,5-31 0,1 1 0,-24 156-69,17-126 15,-2 1 1,-19 48-1,27-80-1676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0 1609,'-4'4'8603,"-37"45"-2572,28-31-2602,-30 30 1,38-44-3155,0 1 0,-1-1 0,1 0 1,-1 0-1,1-1 0,-1 0 0,0 0 0,-1 0 0,1-1 0,-12 3 0,18-5-293,0 1-56,-1-1 0,1 0-1,0 0 1,-1 0 0,1 0-1,0 0 1,0 0 0,-1 0-1,1 0 1,0 0 0,-1 0-1,1 0 1,0 0 0,-1 0-1,1 0 1,0 0 0,-1 0-1,1 0 1,0 0 0,-1-1-1,1 1 1,0 0 0,0 0-1,-1 0 1,1 0 0,-1-1-1,1-8 2186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30 2361,'-2'0'9025,"-13"0"4005,10 0-11232,-244 0-1965,248 0 130,1 0 1,0 0-1,0 0 1,-1 0-1,1 0 1,0 0-1,-1 0 1,1 0-1,0 0 0,0 0 1,-1 0-1,1 0 1,0 0-1,-1-1 1,1 1-1,0 0 1,0 0-1,0 0 1,-1-1-1,1 1 1,0 0-1,0 0 0,0 0 1,-1-1-1,1 1 1,0 0-1,0 0 1,0-1-1,0 1 1,0 0-1,0-1 1,-1 1-1,1 0 1,0 0-1,0-1 0,0 1 1,0 0-1,0-1 1,0 1-1,0 0 1,0-1-1,0 1 1,1 0-1,-1 0 1,0-1-1,0 1 0,0-1 1,0-4-917,0-10-2200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1 2665,'0'0'3448,"-7"2"160,-7 2-455,0-1 1,0-1-1,-18 1 1,23-2-2379,0-1 1,0-1 0,-1 1 0,-10-4 0,-2 1-3272,0 1 0,0 0 0,-39 3 0,16 0 288,44-1 1660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472 39 2089,'-3'1'7114,"-28"2"-602,-48-1-1,4-6-2523,15-1-4007,-154-8-106,213 13 115,1 0-13,-1 0 1,1 0 0,0 0-1,-1 0 1,1 0 0,0 0-1,0 0 1,-1 0 0,1 0-1,0 0 1,-1 0 0,1 0-1,0 0 1,0 0 0,-1 0-1,1-1 1,0 1 0,0 0-1,-1 0 1,1 0 0,0 0-1,0 0 1,-1-1 0,1 1-1,0 0 1,0 0 0,0 0-1,-1-1 1,1 1 0,0 0-1,0 0 1,0-1 0,0 1-1,0 0 1,0 0 0,-1-1 0,1 1-1,0 0 1,0-1 0,0 1-1,0 0 1,0 0 0,0-1-1,0 1 1,0 0 0,0-1-1,0 1 1,0 0 0,0 0-1,0-1 1,1 1 0,-1 0-1,0 0 1,0-1 0,0-11 1404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474 152 1881,'-2'1'7474,"-27"1"-2596,0 0 1,-36-3-1,15 0-2654,42 0-2224,1 0 0,0-1 0,0 0 0,0 0 0,1 0 0,-1-1 0,0 0 0,1-1 0,-8-4 0,-18-9 0,-10 1-10,27 12 9,1-1-1,0 0 0,0-2 1,1 1-1,-1-2 0,2 0 1,-20-14-1,21 4-2030,2 8-1580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193 133 3161,'-1'0'4512,"-17"0"10990,11 0-14886,1-1-1,-1 1 1,1-1 0,-1 0 0,-12-4 0,12 2-710,-1-1 0,0 0 1,1 0-1,0-1 0,0 0 0,-12-11 1,13 12-24,1-1 0,1 1 1,-1-1-1,1 1 0,0-1 1,0-1-1,0 1 0,1-1 1,0 1-1,0-1 0,0 0 1,-2-8-1,2 9-1113,1 2-882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42 202 2241,'-8'-16'21831,"6"12"-19689,-2-1-2142,0-1 0,1-1 0,0 1 0,1 0 0,-1-1 0,1 0 0,0 1 0,-1-10 0,1-2 0,-1-34 0,3 7-2511,0 45 2431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24 232 2265,'0'0'3380,"0"0"-3315,0 0 0,-1 0 0,1 0 0,0 0 0,0 0 0,-1 0 0,1 0 0,0-1 0,0 1 0,-1 0 0,1 0 0,0 0 0,0-1 0,-1 1 0,1 0 0,0 0 0,0-1 0,0 1 0,0 0 0,-1 0 0,1-1 0,0 1 0,0 0-1,0-1 1,0 1 0,0-1 0,0-11 2752,0-17 11244,0 18-12124,-1-8-1937,0 0 0,-2 1 0,-5-27 0,2 1-1269,9 16-3191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289 169 2617,'-3'-3'7245,"-17"-15"-4116,1 0-1,-2 2 1,-41-25 0,31 24-1211,-33-13 1,47 22-1909,12 5-66,0 1 0,0-1-1,0 1 1,0 1 0,0-1-1,-1 1 1,1-1 0,-6 1-1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6 936,'0'0'5424,"-18"1"-1831,4 0-220,-47 4 6732,5-4-7322,-246-1-3597,301-2-484,1-10-1072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56 1593,'-3'-2'8740,"-18"-5"-4687,0 0 0,-31-4 0,35 8-2192,-34 0 0,-97 0-1929,147-9-2660,1 5 5524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188 177 688,'0'0'5317,"-10"0"-1541,-34 0 9392,41 0-12955,0 0-1,0-1 0,1 1 1,-1-1-1,0 1 0,1-1 0,-1 0 1,0 0-1,1 0 0,-1-1 1,1 1-1,0-1 0,-1 1 1,1-1-1,0 0 0,0 0 1,0 0-1,-2-3 0,-2-2-369,0-1 0,1 0-1,-6-15 1,4 11 17,-37-65-153,41 68-1591,1 2-1798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130 153 3394,'0'0'3691,"-4"-7"-216,-18-33 3752,-9-17-472,8 24-5083,22 32-1756,-1-1 1,1 1-1,-1 0 1,1 0-1,-1-1 1,0 1-1,0 0 1,1 0-1,-1 1 1,0-1-1,0 0 1,0 0 0,0 1-1,0 0 1,0-1-1,0 1 1,0 0-1,0 0 1,0 0-1,-3 0 1,-3 0-2791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350 119 3530,'-3'0'6820,"-1"-1"-5567,-1 0-1,1 0 1,0 0 0,0-1-1,0 1 1,1-1-1,-1 0 1,0 0-1,-4-3 1,-20-11 2085,1 5-3338,-22-11 0,-89-26 0,129 47-102,0-1 0,0 2 0,-15 0 0,15 0-89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422 6 1689,'0'0'5091,"-18"0"-1602,-57 0 8706,4 0-8445,-166 0-3750,217-5-1534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1 2401,'-3'0'7031,"-14"0"7717,11 0-12714,-243 0-2034,247 0-167,0 0 1,0 0 0,0 0 0,1 1-1,-1-1 1,0 1 0,0-1 0,1 1-1,-1 0 1,0 0 0,1 0 0,-1 0-1,0 0 1,1 0 0,0 0 0,-1 0-1,1 1 1,0-1 0,-1 0 0,1 1-1,0-1 1,0 1 0,-1 3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6:52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2 3185,'0'0'3362,"-4"0"-2919,-13 0 2471,-33 0 11425,32 0-12368,15-1-2018,-1 1 0,0 0 1,0 0-1,0 0 0,0 1 1,1-1-1,-1 1 1,0 0-1,0 0 0,1 0 1,-1 0-1,1 1 0,-1-1 1,1 1-1,-1 0 1,1 0-1,0 1 0,0-1 1,0 1-1,-3 2 0,-2 3-549,0-5 2172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0 3754,'-1'11'20679,"1"-7"-18898,-1 1-1781,0 0 0,-1 0 0,1 0 0,-1 0 0,0 0 0,-1-1 0,-4 8 0,-6 13 0,6-7-167,1 1 0,1-1 0,0 1 0,-3 32 1,3 78-1688,5-126 1350,1 0 1,-1 0-1,1 0 1,-1-1-1,1 1 1,0 0-1,0 0 1,0 0-1,1-1 1,-1 1-1,1 0 1,-1-1-1,1 0 1,0 1-1,0-1 1,0 0-1,0 0 0,0 0 1,0 0-1,1 0 1,-1 0-1,1-1 1,-1 1-1,1-1 1,5 2-1,-1 0-2528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4002,'-10'4'15620,"10"-4"-15338,-1 0 0,1 1 0,0-1 1,0 0-1,0 1 0,0-1 0,0 1 0,0-1 0,0 0 1,0 1-1,0-1 0,0 0 0,0 1 0,0-1 0,0 0 0,0 1 1,0-1-1,0 0 0,1 1 0,-1-1 0,0 1 0,0 0 103,0 6-385,0-1 0,0 1 0,0-1 0,1 1 0,0-1 0,0 1 0,1-1 0,0 0 0,0 1 0,0-1 0,1 0 0,0 0 0,0-1 0,0 1 0,1 0 0,4 5 0,9 7-347,0-1 0,33 25 0,-42-36 187,-3-2-1235,-3 1-1124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3370,'0'0'4572,"0"0"-4500,0-1 0,0 1-1,0 0 1,0 0 0,0-1-1,0 1 1,0 0 0,0 0-1,0 0 1,0-1 0,0 1-1,0 0 1,0 0 0,0-1-1,0 1 1,0 0 0,0 0-1,0-1 1,0 1 0,0 0-1,0 0 1,0 0 0,1-1-1,-1 1 1,0 0 0,0 0-1,0 0 1,0-1 0,0 1-1,1 0 1,-1 0 0,0 0-1,17 1 5231,0 0 1,30 8-1,-12-2-5305,0-1 1,66 3 0,-100-9-34,1-1-1,-1 1 1,0 1-1,0-1 1,1 0-1,-1 0 1,0 0 0,0 1-1,0-1 1,0 0-1,0 1 1,1-1 0,-1 1-1,0-1 1,0 1-1,0 0 1,0 0 0,0-1-1,0 1 1,-1 0-1,1 0 1,0 0 0,0 0-1,-1 0 1,1 0-1,0 0 1,-1 0 0,1 0-1,-1 0 1,1 0-1,-1 0 1,0 1-1,1-1 1,-1 0 0,0 0-1,0 0 1,0 1-1,0-1 1,0 0 0,0 2-1,0 7 1537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1 144,'0'0'8100,"4"0"-4837,2 0-2646,0 1 0,-1 0 0,1 1 0,0-1 0,-1 1 0,0 0 0,1 1 0,-1-1 0,0 1 0,0 0 0,-1 0 0,1 1 0,4 4 0,13 11 2276,25 29 1,-33-33-2612,-3-3-471,21 27 0,-30-35 76,1 1-1,-1-1 1,0 0-1,0 1 1,0-1-1,0 1 1,-1-1-1,0 1 1,0 0-1,0 0 1,0 6-1,-1-7-2084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4018,'-5'3'22196,"5"1"-22196,-1 0 0,0 1 0,1-1 0,0 0 0,0 1 0,0-1 0,1 6 0,0 6 0,1 17 0,2 0 0,2 0 0,12 45 0,-17-75 0,-1-3 0,10 33-83,-9-31 54,0-1-1,0 1 0,0-1 1,-1 1-1,2-1 0,-1 1 1,0-1-1,0 0 0,0 0 0,1 1 1,-1-1-1,0 0 0,1 0 1,-1 0-1,1 0 0,2 1 1,7-1-2002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2865,'0'0'3702,"-4"8"-367,4-2-3081,-1 6 3392,2 0 1,0 0-1,3 17 1,1-14-2175,2 4-1533,1 0 1,1-1 0,1-1 0,0 1 0,1-1-1,25 27 1,-22-36-1242,-9-8 3026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1449,'0'0'6892,"-3"9"-3570,-7 32 7824,7-3-7741,1 23-3405,1 42 0,2-88 0,1-1 0,0 0 0,0 0 0,10 27 0,-9-34-781,1-2-3121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3946,'-5'4'16859,"6"-4"-16687,-2 11 5044,1-10-5195,0 36-21,-1-2 0,7 59 0,-5-83 0,1-1 0,1 1 0,0-1 0,0 0 0,1 0 0,0 0 0,0 0 0,1-1 0,13 18 0,-18-26-137,1 0 0,-1 0 0,1 0 0,0 0 0,0-1 0,0 1-1,-1 0 1,1 0 0,0-1 0,0 1 0,0-1 0,0 1 0,0 0 0,0-1 0,0 0 0,0 1 0,0-1 0,1 0 0,-1 1 0,2-1 0,2 0-2820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4010,'0'0'4311,"0"14"-1049,-1 1 391,0 45 4991,1-15-6310,2-25-2330,1-1 0,11 38 0,2 16-68,-7-26-198,-6-35-1305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4386,'0'0'4768,"-1"0"-4658,1 0 0,0 0 1,0 1-1,-1-1 1,1 0-1,0 0 1,0 0-1,-1 0 1,1 1-1,0-1 1,0 0-1,0 0 1,-1 0-1,1 1 1,0-1-1,0 0 0,0 0 1,0 1-1,0-1 1,-1 0-1,1 0 1,0 1-1,0-1 1,0 0-1,0 1 1,0-1-1,0 0 1,0 0-1,0 1 0,0-1 1,0 0-1,0 1 1,0-1-1,0 0 1,0 1-1,2 6 1043,1 0 1,-1-1-1,1 1 0,0-1 0,1 1 1,-1-1-1,1 0 0,1 0 0,5 6 0,7 12 399,53 73-1552,-55-69-1110,-10-16 2220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3690,'0'0'4116,"-3"15"504,4-10-4039,-1 0-1,1 1 1,0-1-1,0 0 1,1 0 0,-1 0-1,1 0 1,1 0-1,-1 0 1,0 0 0,5 5-1,5 7 2228,24 25 1,-8-9-1605,-22-26-1207,4 6-52,0 0-1,1-1 1,19 16-1,-26-24 42,1-1 0,0 0 0,0 0 0,0-1 0,0 1 0,0-1 0,0 0 0,1 0 0,-1-1-1,1 0 1,-1 0 0,1 0 0,10 0 0,0-1-146,-3 0-2116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3586,'0'0'3928,"0"0"-3828,0-1 0,0 1 0,0 0 0,0 0 0,0-1 0,0 1 0,0 0 0,0 0 0,0-1 0,0 1 0,0 0 0,0-1 0,0 1 0,0 0 0,0 0 0,0-1 0,0 1 0,0 0 0,1 0 0,-1-1 0,0 1 0,0 0 0,0 0 0,0 0 0,0-1 0,1 1 0,87 0 15900,31 7-16466,-2 0-2247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3306,'0'0'4386,"4"0"-893,54 0 6762,0 0-5246,221 0-6110,-274 0-2027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4658,'0'0'3950,"18"-1"-811,66-6 7917,-10 0-7645,-39 4-3414,130-10-261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4258,'0'0'3167,"4"1"364,5 1-2070,0 0 1,1 0-1,-1-1 1,1 0-1,-1-1 1,1 0-1,10-1 1,-13 0-1016,0-1-1,-1 1 1,1-1 0,-1 0-1,1-1 1,-1 0 0,7-3 0,18-14-478,-11 8-92,-1 0-1,1 1 1,25-9-1,-43 20-280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1 238 3442,'0'0'4099,"9"-1"-2462,4-11 1657,4-12 6583,-4 6-6012,0 1-4573,0-1 0,16-31 0,-24 40 351,-2 0 0,1 0 0,-1 0 0,-1 0 0,1 0 1,-1-1-1,-1 1 0,1-16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2 332 4050,'-2'-13'20181,"2"9"-18198,0-275-2079,0 277 51,0 0 0,1 0 1,-1 0-1,0 0 1,1 0-1,0 0 1,-1 1-1,1-1 0,0 0 1,0 0-1,0 1 1,0-1-1,2-2 1,-3 4 49,6-8-2188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3 314 3842,'0'0'3855,"-1"-5"-650,-1-10 9200,3-25-8871,7-20-4161,21-70 627,-26 112-2488,-2 13 1005,-1 0 1,1 1 0,0 0 0,0-1 0,1 1 0,-1 0 0,3-5 0,3 4-3783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369 172 3306,'-13'-11'21009,"9"8"-19110,-25-24-1899,-51-35 0,67 53-314,-1 0 0,0 2 0,-1-1 0,0 2 0,0 0 1,0 0-1,-1 2 0,0 0 0,0 0 0,0 2 0,0 0 0,-31 1 1,43 1-210,-7-1-3565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461 25 1449,'0'0'6100,"-3"1"-5451,-14 5 2138,-33 2 10614,33-5-11573,-6-1-1828,-1 0 0,-24-3 0,14 1 0,19-1 0,0-1 0,0 0 0,0-2 0,1 1 0,-18-8 0,17 6 0,1 1 0,-1 0 0,1 1 0,-1 0 0,-19 0 0,15 3-482,6 0-1926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372 118 2993,'-17'0'21279,"12"0"-19337,-31-2-1942,0-1 0,1-2 0,-1-2 0,-34-11 0,57 14-11,-1 1 1,1-2 0,0 0 0,1 0-1,-1-2 1,1 1 0,0-1 0,-20-17 0,29 14-1007,3 4-3117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172 215 2585,'0'0'4121,"-7"0"-633,-25 0 9339,29 0-12606,1-1 0,-1 1 0,0-1 1,0 1-1,1-1 0,-1 0 0,0 0 0,1 0 0,-1 0 0,1-1 0,0 1 0,-1-1 0,1 0 0,0 1 1,0-1-1,0 0 0,-2-3 0,-3-3-408,1 0-1,0 0 1,-5-10 0,8 13 149,-5-10 42,2 7-42,0-1 0,1 0-1,0-1 1,0 1 0,1-1 0,1 0-1,0 0 1,0 0 0,1 0 0,-2-11-1,4 9-1617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1 252 3378,'0'0'3276,"0"-5"266,0-40 2740,-1-27 1480,3 25-5788,-2 41-1974,1 0 0,0 1 0,1-1 0,-1 0 0,1 1 0,0-1 0,0 1 0,1-1 0,0 1 0,0 0 0,6-8 0,-6 11-27,1 1 1,-1 1 0,1-1 0,-1 0 0,0 1-1,1-1 1,-1 1 0,1 0 0,-1 0-1,1 1 1,4 0 0,3 0-142,-4-2-1638,0-3-2276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2233,'2'-1'8145,"9"-4"-6977,0 1 0,0 0 0,0 1-1,0 0 1,1 1 0,22-1 0,76 3 5263,-50 1-5201,26-1-1412,-85 0 183,-1 0 0,1 0 0,-1 0 0,1 0 1,-1 0-1,1 1 0,0-1 0,-1 0 0,1 0 0,-1 0 0,1 0 0,-1 1 0,1-1 0,-1 0 0,1 0 0,-1 1 0,0-1 0,1 0 0,-1 1 1,1-1-1,-1 1 0,0-1 0,1 0 0,-1 1 0,0-1 0,1 1 0,-1-1 0,0 1 0,0-1 0,1 1 0,-1-1 0,0 1 0,0-1 0,0 2 1,3 8 142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3794,'11'6'20479,"-6"-4"-18538,149 55-1941,-61-20 0,-59-23-201,-24-9-70,0-1 0,0 0 1,0 0-1,0-1 0,1-1 1,-1 1-1,15 0 0,-21-3-2349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4042,'14'1'19529,"27"3"-18024,239 15-1640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3834,'0'0'4961,"12"7"-991,34-2 8111,25-5-9943,16 2-3876,52 3-11220,-81-8 11005,-47 0 666,-3-6-854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3009,'2'0'10571,"90"1"1188,1-1-9735,107 2-3185,-199-2 1107,-1 7-5215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0 184 3097,'0'0'4110,"5"0"-569,-5 0-3517,16 1 3919,1-2 0,21-3 0,-31 2-3220,1 1-1,-1-2 1,0 1-1,13-7 1,-1-2-723,0-1 0,0 0 0,-1-2 0,-1 0 0,0-1 0,24-29 0,-1 5-70,-34 38-1534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0 351 3306,'4'-1'7986,"5"-4"-6902,0-1 0,0 1 0,-1-2 0,1 1 0,-1-1-1,-1 0 1,1-1 0,8-11 0,4-8 1499,24-41 1,-37 56-2584,34-65 0,-37 68 0,-1 1 0,0-1 0,0 0 0,-1 1 0,0-1 0,-1 0 0,1-13 0,0 10-3773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18 271 3153,'0'0'5300,"-3"-17"-1455,-2-5-291,1-1-1,-2-46 1,6 48-1927,4-34 1,-3 49-2642,1-1 0,0 0 0,0 1 0,0 0 0,0-1 0,1 1 0,6-9 0,-3 12 653,2 2-5464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 1825,'0'0'6348,"4"-5"-2978,1-3-2731,1 1 0,0 1 1,0-1-1,1 1 0,-1 0 1,1 1-1,1 0 0,-1 0 1,1 0-1,0 1 0,0 0 1,0 1-1,1 0 0,8-3 0,7 1 378,-1 0-1,1 2 0,0 1 0,32 1 1,-53 1-1018,14-1-104,0 2 0,26 3 0,-38-2-4,1-1 0,-1 0 0,0 1 0,0 0 0,1 0-1,-1 1 1,-1-1 0,1 1 0,0 0 0,-1 1 0,8 6 0,-4-2-2348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3137,'0'0'4999,"8"1"-1493,74 7 7672,-21-4-7784,-38-2-3461,0 0 1,0 1 0,0 1 0,26 9 0,-42-13-3396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0 125 2625,'0'0'4734,"20"-3"11323,-12 3-15490,0 0 0,1-1 0,-1 0 0,0 0 0,10-4 0,-10 2-643,1-1 1,-1 0-1,0 0 1,0-1-1,0 0 1,-1 0-1,11-10 1,-13 11 46,-2 1-167,0 1 0,1-1 0,-1 0 0,-1 0 0,1 0 0,0 0 0,-1 0 0,0 0 0,1-1 0,-1 1 0,-1-1 1,1 0-1,0 0 0,1-5 0,-1-2-2335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14 248 4226,'0'-14'19259,"3"-62"-15967,-1 42-3574,-3-51 1,0 81 280,1 1 1,-1 0-1,0 0 1,0 0-1,0 0 1,0 0-1,-1 0 1,1 0-1,-1 0 1,-3-4-1,4 7-94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285 120 3810,'0'0'4915,"-7"-16"9785,-2 8-14206,0 1-1,0 0 0,0 1 1,-1 0-1,0 0 0,-17-6 1,-70-22-1060,73 27 467,14 4-538,0 1 0,0 0 0,1 0 1,-1 1-1,-14 1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2353,'0'0'6746,"6"-1"-6192,-1-1 2034,10-8 80,1 2 0,1 0 0,17-5 0,-25 10-2118,-1 1 0,1 0 0,0 1 1,0 0-1,10 0 0,11 2-553,-14 0-1,33-3 0,-42 0-544,0 2-1244,-7 9 1201,-2-2 3533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3322,'3'2'19790,"32"2"-16543,23-6-2847,-15 1-945,48 1-146,-91 4 1382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3898,'1'0'20541,"2"0"-18766,5-1-1775,0 0 0,0-1 0,-1 0 0,1 0 0,-1-1 0,0 0 0,11-6 0,25-9 0,-7 9-1,67-8 1,-62 12-18,-21 0-2511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4074,'0'0'5250,"7"0"-2099,-6 0-3081,139-6 10408,-119 4-9415,1-2 1,32-10 0,-40 10-1067,13-6-228,0 2-1,1 0 0,0 2 0,0 1 1,33-1-1,-56 6-2121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85 1385,'-1'0'9426,"24"1"1729,1 0-6907,-17-1-4248,32 1-3,-1-2 1,0-2 0,57-11-1,-82 10 87,-1 0-1,0-1 1,-1-1-1,16-9 0,8-4-939,1 5-3772,-24 11 262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4378,'0'0'4465,"17"0"-1269,29 1 4197,58 0-611,267-1-7151,-372 9-2081,-7-4 5269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4210,'0'0'4015,"12"0"-452,-3 0-2304,64-1 8934,-26-4-7219,0-1-4996,0 3 1,47 2 0,-61 1 1503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4090,'2'1'7804,"13"3"-6171,-1-1 0,1 0 0,-1-1 0,1-1 0,0 0 0,0-1 0,17-2-1,9 1-375,246 20-1315,-285-19-35,-1 0-1,0 0 1,1 1 0,-1-1-1,0 0 1,0 1-1,1-1 1,-1 1-1,0-1 1,0 1 0,1 0-1,-1-1 1,0 1-1,0 0 1,0 0-1,0 0 1,0 0 0,0 0-1,-1 0 1,1 0-1,0 0 1,0 0-1,-1 0 1,1 1 0,0 0-1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3690,'0'0'4262,"16"3"-739,61 9 8099,-15-3-8505,18 6-3117,-41-7 0,72 5 0,-83-11 0,-6-1-1,0 0 1,0-1-1,0-2 0,29-4 1,-51 6-79,0-1 0,0 1-1,1 0 1,-1 0 0,0 0 0,0 0 0,1 0 0,-1 0-1,0 0 1,1 0 0,-1 0 0,0 0 0,0 0-1,1 0 1,-1 0 0,0 0 0,0 0 0,1 1 0,-1-1-1,0 0 1,0 0 0,1 0 0,-1 0 0,0 0-1,0 1 1,0-1 0,1 0 0,-1 0 0,0 0 0,0 0-1,0 1 1,0-1 0,1 0 0,-1 0 0,0 1 0,0-1-1,0 0 1,0 0 0,0 1 0,0-1 0,0 0-1,0 0 1,0 1 0,0-1 0,0 0 0,0 0 0,0 1-1,0-1 1,0 0 0,0 0 0,0 1 0,0-1 0,0 0-1,0 1 1,0-1 0,0 0 0,0 3-883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3866,'2'0'8395,"8"-1"-7229,-1 1 0,1 1 0,-1-1 0,1 2 0,-1-1 0,0 2 0,0-1 0,0 1 0,0 0 0,9 5 0,13 3-39,27 10-1135,70 35 0,-121-51-2408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4474,'0'0'4302,"0"-4"-1046,3-21 10376,-3 26-13082,3 0-550,0-1 0,-1 1 0,1 0 0,0 0 0,-1 0 0,1 1 0,-1-1 0,0 1 0,1-1 0,-1 1 0,0 0 0,0 0 0,0 0 0,0 0 0,0 0 0,0 0 0,-1 0 0,1 1 0,-1-1 0,2 4 0,4 6 0,-1 0 0,8 26 0,-9-16-211,-1 0 0,-2 0 1,0 0-1,-1 0 0,-3 35 0,0-2-1067,2-50-2470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5394,'-1'3'7207,"-3"16"-5163,1 0 1,1 0 0,0 1-1,2-1 1,2 29 0,-1 0-700,-1-42-1345,-1 0-1,1 0 0,0 0 0,0 0 1,0 0-1,1 0 0,0 0 0,0 0 1,1-1-1,-1 1 0,1 0 0,0-1 1,1 1-1,-1-1 0,1 0 0,6 9 1,24 25-1529,-26-31-1308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2977,'0'2'8004,"2"6"-6336,1-1 0,0 1 0,0-1 0,0 0 1,1 0-1,7 10 0,18 19 1888,-19-27-3563,1 3-117,1-1 0,15 11-1,-24-19 14,1-1 0,0 1-1,0-1 1,0 0-1,0-1 1,1 1 0,-1 0-1,0-1 1,1 0-1,-1 0 1,1-1 0,5 1-1,-3-1-2943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07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4434,'0'0'4682,"132"23"12416,-109-18-17098,1 2 0,-3 0 0,-5-2 0,-4 0 0,0-1 0,-5-1 0,-2-3 0,-3 0-208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22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2 2385,'0'0'3391,"-24"-2"3163,23 3-6051,-1-1 0,1 1 1,-1 0-1,1-1 0,-1 1 0,1 0 0,-1 0 1,1 0-1,0 0 0,0 0 0,0 1 1,-1-1-1,1 0 0,0 0 0,-1 3 1,-15 24 5015,14-22-5206,-6 10-313,0 1 0,1 0 0,1 0 0,0 0 0,1 1 0,1 0 0,1 0 0,1 0 0,0 1 0,0 26 0,3-38-9,0-1 1,0 1 0,0 0 0,1-1-1,0 1 1,0 0 0,1-1 0,-1 0 0,1 1-1,1-1 1,5 12 0,6 5-571,-14-16-2809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22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1945,'0'0'6536,"0"5"-3210,0 24 4126,0 22-581,0-29-6361,6 31 0,-4-42-604,0 0 0,1-1 0,0 1 0,1 0 0,0-1 0,1 0 0,0 0 0,1-1 0,10 15 0,7 7-1412,-20-26-442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22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4546,'0'2'7506,"0"0"-7253,1-1-1,-1 0 0,0 1 0,0-1 0,1 0 0,-1 1 0,1-1 0,-1 0 0,1 1 0,0-1 0,-1 0 0,1 0 0,0 0 0,0 0 0,0 1 0,0-1 0,2 1 0,0 1 505,1 0-1,0-1 1,0 1 0,0-1-1,7 3 1,6 0 1782,34 8 0,-49-12-2532,109 27-7,-96-23 0,-1 0 0,0 1 0,0 1 0,0 0 0,17 13 0,-29-19-124,-1 0 1,0-1-1,0 1 0,0 0 1,-1 0-1,1 1 1,0-1-1,0 0 1,0 0-1,-1 0 1,1 0-1,0 3 1,0 3-2305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22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2593,'3'0'7668,"14"0"6353,-12 2-12089,43 28-1932,-36-21 0,0-1 0,0-1 0,17 8 0,0-1-406,-27-13 303,-1 0 0,0 0 0,1 0 0,-1 0 0,0 0 1,0 0-1,1 0 0,-1 1 0,0-1 0,0 0 0,0 1 1,-1-1-1,1 1 0,0-1 0,0 1 0,0 1 0,-1 2-3113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22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3930,'2'2'7038,"9"14"-3902,25 36 6364,-17-12-6890,-6 2-5140,-2 25-6540,3 4 1452,-12-58 3823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22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3994,'1'0'12512,"10"0"-5702,159 4-3188,0 0-4346,-141-4-2304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22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4818,'3'0'7611,"32"0"3584,3 0-7213,78 0-8788,-111 0 1144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22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4290,'2'0'9375,"19"1"-7317,1 2 0,-2 0 1,1 2-1,28 9 0,21 5 200,-67-19-2255,3 1-56,0 0 0,0 1 0,0-1 0,-1 1 1,1 0-1,-1 0 0,1 1 0,-1-1 1,0 1-1,9 7 0,-9-7-2835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22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4314,'0'0'4227,"0"0"-4016,0 1 0,0 0 0,0 0 0,0-1 0,1 1 1,-1 0-1,0 0 0,0-1 0,0 1 0,1 0 0,-1 0 0,0-1 0,1 1 0,-1 0 0,0-1 0,1 1 0,-1-1 0,1 1 0,0 0 0,141 82 10091,-43-35-7152,-93-46-3510,1 1 1,0-1 0,0-1-1,0 1 1,0-1 0,0 0-1,11-1 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22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0 848,'0'0'9353,"20"0"6660,-4 2-16013,0 0 0,1 0 0,-1 2 0,25 8 0,31 6 0,-31-11-77,-3-2-665,0 2-1,38 12 1,-69-17-2357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22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4594,'0'0'3998,"12"0"-660,122-3 7611,-37-6-7614,-88 8-3420,46-5-2809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22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3338,'0'0'3783,"21"0"12384,70 1-13175,-33 1-3014,-1-2 0,86-12 0,-88 4-1639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22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4602,'4'0'7632,"29"-1"805,0-2-3685,8-1-2664,22-5-3145,38-5 815,-99 14 139,21-4 321,-23 4-364,1-1 1,0 1-1,-1 0 0,1 0 0,-1-1 1,1 1-1,0-1 0,-1 1 1,1 0-1,-1-1 0,1 1 0,-1-1 1,0 1-1,1-1 0,-1 1 0,1-1 1,-1 1-1,0-1 0,1 0 0,-1 1 1,0-1-1,0 1 0,0-1 0,1 0 1,-1 1-1,0-1 0,0-1 0,0-7-3098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22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4162,'0'0'5945,"8"0"-5239,12 0 790,45-1 10137,-38-3-9361,114-33-2294,-140 36-111,1 0 0,-1 1 0,1-1 0,-1 0-1,0 0 1,1 0 0,-1 0 0,0 0 0,0 0 0,1 0-1,-1 0 1,0-1 0,0 1 0,0 0 0,-1-1 0,1 1 0,0 0-1,0-1 1,0-2 0,2-2-1479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22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0 252 2929,'18'-18'21349,"-14"13"-19413,69-136-1862,-41 73-721,-31 67 235,-1-1 0,1 1 1,0-1-1,-1 1 0,1-1 0,-1 1 1,0-1-1,1 0 0,-1 1 1,0-3-1,0 4 366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22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36 408 4234,'0'0'3208,"2"-8"326,9-38 8146,-8 5-8122,-3 7-3558,-1-1 0,-2 1 0,-2 0 0,-1 0 0,-13-43 0,14 62-428,2 9-275,1 0 1,0-1-1,0 1 0,1 0 1,-1-12-1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22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233 199 128,'0'0'7653,"-8"-5"-5572,2-10 599,-14-18 9892,14 24-11472,-2-4-1101,-2-1 1,1 1 0,-1 1 0,-1-1-1,0 2 1,-1 0 0,0 0-1,-1 1 1,-15-10 0,24 19-106,-1-1 0,1 1 1,0-1-1,0 2 0,-1-1 0,1 0 1,-1 1-1,1 0 0,0 0 0,-6 0 1,-1 0-1012,6 0-2035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22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309 259 3049,'0'0'5467,"-11"-5"-2191,4 2-1234,-42-23 7601,43 21-9096,0 1 0,0-1 1,1 0-1,-6-6 1,-123-145-1768,132 153 815,-1-1-1,0 1 1,0 0-1,0 0 1,0 0 0,-1 0-1,1 1 1,-1-1-1,0 1 1,-6-3-1,-1 2-4519,-2 2-4228,6 1 5242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22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474 99 2769,'0'0'5169,"-6"0"-1776,-31-2 8006,8-5-7915,-14-9-3484,0 1 0,0 2 0,-1 2 0,-59-7 0,54 10-1327,30 5-140,0 0 0,-19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22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436 1 424,'0'0'8344,"-5"0"-5166,-17 0-1917,-163 4 8806,61 10-7127,123-14-2941,-22 5-1686,0-2 0,-29 1 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22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6 3169,'-14'-1'20467,"-56"-3"-19210,-78 5 0,52 0-1199,20-1-358,76 0 7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22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388 219 4282,'0'0'4377,"-11"-4"-1242,-93-38 7891,28 3-7632,52 24-3394,0-2 0,2 0 0,-40-39 0,60 54-36,0-1 0,0 1 0,0 0 0,-1 0 0,1 0 0,0 0 0,-1 0 0,1 1 0,-1-1 0,0 1 0,1-1 0,-1 1 0,0 0 0,0 0 0,0 0 0,0 1 0,0-1 0,0 1 1,-5-1-1,0 1-2207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22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325 316 2625,'-3'0'8318,"2"0"-7751,-1 0 0,1-1 0,0 1 0,0 0 1,-1 0-1,1-1 0,0 1 0,0-1 0,-1 1 1,1-1-1,0 0 0,0 1 0,0-1 0,0 0 1,0 0-1,0 0 0,0 0 0,-1-2 0,-11-15 3720,9 13-4079,-10-16-208,-17-28 0,-3 2 0,-63-69 0,87 105-16,8 8-12,-1 0 1,1 1 0,0-1-1,-1 1 1,0-1-1,0 1 1,1 0 0,-1 0-1,0 0 1,-1 0-1,1 1 1,0-1 0,0 1-1,-1 0 1,1 0 0,-1 0-1,1 0 1,-7 0-1,-13 3-1500,13 3-985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22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1 3394,'0'0'3555,"-5"0"-130,-59 0 7356,-1 0-5484,2 0-3909,-187 0-4239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22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445 22 1105,'0'0'3330,"-3"0"-34,-19 0 12953,16 0-14015,-117-10-2234,7 2 0,81 5-1456,-55 2 1,42 2 627,47-1 268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22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485 58 2161,'0'-10'18253,"-3"1"-12453,1 9-5800,0 0 0,-30-2 0,0-1 0,-41-9 0,5 0 0,-5 6-160,-83 3 0,115 3 9,38 7-2756,3-5 1186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22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59 3113,'0'0'3670,"-15"-1"2293,-1-1 4710,-72-20-7830,44 14-2862,-1 2 0,-73 0 1,88 6-3276,18 0 5946,11-7-6330,1 0 34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7:22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 2537,'-3'0'20779,"-8"0"-20074,1 1-1,0 0 1,0 1 0,-11 3-1,6 0-829,0 0 0,0 1 0,1 1 0,-15 8 0,6 10-14,22-24-167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4170,'0'14'19249,"-2"12"-17529,-6 41 0,-1 0-2365,6 59-517,4-87-48,-1-27-2677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4746,'0'0'3841,"0"8"-745,0 178 8010,0-55-7681,0-113-3425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5571,'0'0'3481,"0"94"13681,0-68-17162,0-2 0,0 2 0,0 0 0,0-3 0,0 5 0,0 5 0,0 3 0,0 4 0,-5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 4994,'0'0'4434,"-23"134"12352,23-96-16786,0-1 0,0 1 0,0-3 0,-3 3 0,1 2 0,-3 2 0,-4 0 0,-1 1-5876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3746,'0'0'4739,"-1"5"-1337,-3 18-867,1 1 1,1-1-1,1 1 1,3 32-1,0 1-885,-3 131-1650,-1-143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2017,'0'0'6894,"-1"5"-3763,-3 41 3212,3 62 0,2-53-4857,0-38-1486,5 30 0,-3-30 0,1 31 0,-4-24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5330,'0'0'4611,"0"97"11662,5-67-16273,0 5 0,-1 1 0,1 4 0,-3 0 0,1-3 0,-1 1 0,3-3 0,-3-2 0,1-5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3794,'0'0'2682,"0"1"-2311,-1 0 0,1 0 0,0-1 0,-1 1 0,1 0-1,0 0 1,0 0 0,0 0 0,0 0 0,0 0 0,0 0 0,0-1-1,0 1 1,0 0 0,1 0 0,-1 0 0,1 1 0,4 7 1828,0-1 1,1 0 0,0 0 0,14 14 0,2 3-137,7 7-2063,1-1 0,41 31 0,12 13 0,-65-55-483,-10-5-1932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4050,'0'0'4638,"5"3"-1380,27 15 7606,0 1-6631,20 6-4426,-42-21 101,0-1 1,1 1 0,-1-2 0,1 1-1,-1-2 1,23 2 0,-25-3 84,0 0 0,-1 0 0,1-1-1,0-1 1,-1 1 0,1-1 0,-1 0 0,14-6 0,-5 1-607,-1 2-2787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1 315 5354,'0'0'4242,"21"-11"-1236,67-36 7893,-48 21-7813,-34 21-3126,-1-1-1,1 1 0,7-11 0,-2 2-169,5-7-1133,-2 0 0,0-1 1,-2-1-1,0 0 0,11-33 1,-17 37-5549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1 264 1689,'0'0'7915,"4"-13"-4800,38-85 7221,-7 26-7177,4 0-4167,-34 63-3075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1 231 6419,'0'0'3978,"122"-113"11839,-98 91-15817,-1 1 0,-2 2 0,-2 3 0,0 2 0,-5 5 0,-5 1-553,-2 6-175,3 0-1177,2-3 5091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0 306 5907,'0'0'3952,"22"-9"-893,69-30 7594,-75 31-9145,28-17 0,-30 14-1568,0 0 0,16-16 1,-9 7-135,24-24 194,-29 26 0,0 2 0,1 0 0,1 2 0,32-21 0,-41 29-625,-4 0-2496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1 428 5515,'0'0'4068,"6"-12"-1073,-3 6-1096,22-44 7238,-7 7-6537,-8 13-3155,-2-1 1,0 0 0,-2-1-1,-2 0 1,0 0-1,-2-44 1,-2 62-929,0-5-3187,0 0-4281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433 253 3786,'0'0'4062,"-2"-5"-579,-9-10-2092,0 1 0,-1 0 0,-1 1 1,0 0-1,0 1 0,-22-14 0,-100-60 3754,123 79-5186,0 0 1,-1 0 0,0 1 0,0 1 0,0 0 0,-1 1 0,0 0-1,0 1 1,0 0 0,-22 0 0,17 3-2168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509 78 3986,'0'0'4866,"-151"-16"12496,111 2-17362,-2 0 0,2 2 0,0 3 0,0-1 0,2 8 0,3 2 0,2 0 0,5 0 0,7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502 69 4250,'0'0'3676,"-14"0"-402,-53 0 8211,9 0-7956,29-2-3529,1-1 0,0-2 0,0 0 0,-37-13 0,35 9 0,0 1 0,-1 2 0,-34-4 0,47 10-742,8-2-2966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139 374 4010,'0'0'3177,"-61"-85"15850,51 64-19027,-1-5 0,-1 1 0,3-6 0,2-2 0,-1-5 0,4 1 0,-3-3-1930,-3 2-2213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1 450 3338,'0'0'3873,"1"-3"-3426,2-12 2181,1-30 10841,-2 27-11010,44-245-2459,-37 222 0,-8 38-11,0 0 0,0 0 0,0 0 0,0 0 0,0 1 0,0-1 0,1 0 0,0 1 1,-1-1-1,1 1 0,0 0 0,3-4 0,5-5 69,2-4 26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1 311 3354,'0'0'3637,"1"-13"-79,6-44 8993,2 25-9157,11-1-3258,-7 15-552,-5 4 408,1 1 1,1 0-1,1 0 1,-1 1 0,2 0-1,13-11 1,-16 17 8,-1 0 0,1 0 0,0 0 0,0 1 0,1 1 0,-1 0-1,1 0 1,0 0 0,1 2 0,13-4 0,-7 4-268,-5 0-1273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4714,'0'0'3579,"25"2"-249,82 2 8360,14-1-8632,35-4-2724,-39 0-825,-102 2 182,-1 0 0,24 6 0,-23-4 222,3 0 1101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4370,'0'0'5438,"5"0"-2363,3-2-1739,0 1-1,0-1 0,0 0 0,0-1 0,-1 0 0,1 0 0,13-8 0,22-9 1315,-24 14-3839,1 1 0,34-5 0,86 4-10224,-53 4 6774,-63 0-523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 5186,'-2'0'7919,"154"-1"4225,6 0-9870,171 0-5092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40 424,'0'0'8565,"14"-1"-3517,179-25 4253,-62 18-6425,105 3-7225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4002,'0'0'4526,"1"10"-659,1-9-3295,0 1 0,0 0-1,0-1 1,0 0 0,0 1-1,1-1 1,-1 0 0,0 0-1,1 0 1,-1-1 0,0 1-1,4 0 1,37 5 5056,-27-4-4869,119 10-802,163-7 1,-199-6-59,-98 1 65,-1 0 1,0 0-1,1 0 0,-1 0 1,0 0-1,1 0 0,-1 0 0,0 0 1,1 0-1,-1 0 0,0 0 1,1 0-1,-1 0 0,0 0 0,0 0 1,1 1-1,-1-1 0,0 0 1,1 0-1,-1 0 0,0 0 0,0 1 1,1-1-1,-1 0 0,0 0 0,0 1 1,1-1-1,-1 0 0,0 0 1,0 1-1,0-1 0,0 0 0,1 0 1,-1 1-1,0-1 0,0 0 1,0 1-1,0-1 0,0 0 0,0 1 1,0-1-1,0 0 0,0 1 1,0 0-1,0 11 1829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1 120 4394,'0'0'5455,"2"-8"-2079,0 7-2227,0 0 0,0 0 1,0 0-1,0 0 0,1 0 0,-1 0 1,0 1-1,1-1 0,4 1 0,3-2 348,171-33-1497,199-12 0,-376 47 0,0-1-258,-3 2 174,-1-1 1,1 0 0,0 0 0,-1 0 0,1 0 0,-1 0 0,1 0 0,-1 0 0,1 0 0,0 0 0,-1 0 0,1 0 0,-1-1 0,1 1 0,-1 0 0,1 0 0,-1-1 0,1 1 0,-1 0 0,1 0 0,-1-1 0,1 1 0,-1 0 0,1-1 0,-1 1 0,0-1 0,1 1 0,-1-1 0,0 1 0,1-1 0,-1 1 0,0-1 0,0 1 0,1-1 0,-1 1 0,0-1 0,0 1 0,0-1 0,0 1 0,0-2 0,0-4 3745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3994,'0'0'7115,"6"2"-4356,19 1-42,1 0 1,-1-2-1,40-2 1,-12 0-1242,15 1-1476,-1-2 0,128-21 0,-176 18-73,-6 2-190,0 0 0,0 1 0,16 0 0,-28 13-6272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4634,'0'0'4370,"7"1"-1083,51 4 815,1-1 0,61-6 0,-30 1-2485,242 1-1617,-327-1-226,-1 1 0,0 0 0,1-1 0,-1 0 1,0 0-1,1 0 0,6-4 0,-10 5 173,1-1 1,-1 1-1,0-1 1,1 0-1,-1 0 0,0 0 1,0 0-1,1 0 0,-1 0 1,0 0-1,0 0 0,0 0 1,0-1-1,0 1 0,-1 0 1,1 0-1,0-1 0,-1 1 1,1-1-1,-1 1 0,1-1 1,-1 1-1,1-1 0,-1-4 3124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2945,'0'0'7429,"4"0"-4647,60 5 5436,11 0-3378,-43-5-4840,1-1 0,-1-1 0,1-1 0,48-13 0,68-35-12,-146 51 30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3698,'2'0'9963,"47"-2"1764,1-3-9773,55-2-3094,-97 7 960,-6 0 107,0 0 0,0-1 0,0 1 0,0 0 0,0 0-1,0 0 1,0 1 0,0-1 0,0 0 0,0 1 0,0 0-1,0-1 1,0 1 0,0 0 0,0 0 0,-1 0 0,1 0-1,0 0 1,0 0 0,-1 1 0,3 1 0,-1 2-2624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43 3338,'-7'-6'20945,"9"5"-19014,70 1-1931,0-3 0,84-15 0,-135 14 6,-5 0-30,0 2-1,25-2 1,-40 4-379,-1 6-1059,-2 4 3394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3009,'3'0'8938,"137"-5"1983,-109 1-9248,33-8 0,-17 1-1683,1 2 0,1 2 0,65-1 0,-114 8-170,-15 0-666,4 0-2050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4642,'0'0'6170,"3"0"-3536,59 0 5001,0 0-3295,63 2-2416,130 0-3065,-243-4 1930,-10 0-2725,-27 2-12884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5058,'0'0'4775,"9"0"-1650,57 0 1200,70 0 2762,-46-5-5243,28 3-4249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33 2161,'0'0'3520,"-4"0"185,-16 0 9769,14 0-10120,17 7-3354,7-3 0,1-1 0,0-1 0,-1-1 0,38-3 0,-10 1 0,-20 1 0,47 1 0,140-17 0,-176 11-91,20-5-101,-56 10 137,-1 0 0,1 0 1,-1 0-1,1-1 0,-1 1 1,0 0-1,1 0 0,-1 0 1,0 0-1,1-1 0,-1 1 0,0 0 1,1 0-1,-1-1 0,0 1 1,1 0-1,-1 0 0,0-1 1,0 1-1,1 0 0,-1-1 1,0 1-1,0-1 0,0 1 1,1 0-1,-1-1 0,0 1 0,0 0 1,0-1-1,0 1 0,0-1 1,0 1-1,0-1 0,0 1 1,0 0-1,0-1 0,0 1 1,0-1-1,0-4 2471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4834,'0'2'7557,"1"-1"-7186,0 0 0,-1 0 0,1 0 0,0 0 0,0-1 1,0 1-1,0 0 0,0 0 0,0-1 0,0 1 0,0 0 0,0-1 0,0 1 0,0-1 0,0 1 0,0-1 0,1 0 0,-1 1 0,1-1 0,31 5 5259,-20-4-4858,89 13-764,-26-2-136,109 2 1,-185-9-3228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1481,'-2'0'10205,"1"-1"-9970,1 1 1,0 0 0,-1 0 0,1 0 0,-1 0 0,1 0 0,0 0-1,-1 0 1,1 0 0,-1 1 0,1-1 0,0 0 0,-1 0-1,1 0 1,0 0 0,-1 0 0,1 1 0,0-1 0,-1 0 0,1 0-1,0 1 1,-1-1 0,1 0 0,0 0 0,0 1 0,-1-1-1,1 0 1,0 1 0,0-1 0,0 0 0,-1 1 0,1-1 0,0 1-1,0-1 1,0 0 0,0 1 0,0-1 0,0 1 0,0-1-1,0 0 1,0 1 0,0-1 0,0 1 0,0-1 0,0 1-1,2 7 3420,-1-8-3630,3 8-25,1 0 0,1 0 0,-1 0 0,14 12 0,9 13 0,-16-15 0,43 55 0,-48-65 0,0 0 0,1 0 0,0-1 0,0 0 0,0-1 0,12 7 0,-14-10-20,0-1 0,0 0 0,0-1 0,0 0 0,0 0 0,0 0 0,1-1 0,-1 1 0,9-2 0,-5 1 92,9 0 56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5026,'0'0'3950,"20"0"-733,12 0 2242,22 0 1369,2 1-5094,-5 0-1734,146-1 0,-194 0-84,-1 0 0,0 0 0,0 0 0,0 0 0,1-1 0,-1 1 0,0-1 0,0 1 0,0-1 0,0 0 0,0 0 0,0 0 0,0 0 0,0 0 0,0-1 0,-1 1 0,1 0 0,0-1 0,2-2 0,-3-1-2174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3081,'0'0'5783,"7"0"-2581,94 1 9018,12 0-8902,-30-2-4069,96-14 0,-169 13 768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2417,'0'0'6034,"6"2"-2541,15 3-1654,0 0-1,0-2 0,39 2 1,76-5 3934,-61-1-4630,-60 1-1092,-4 0-214,1 0-1,-1 0 0,1-1 1,-1-1-1,14-3 1,-15 1-4486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90 4250,'0'0'4218,"7"3"-116,10-3 1125,32-4 0,-6-8-2037,-14 1-3222,23-9-522,-49 18 393,1 0 1,-1-1 0,1 1 0,-1 0 0,0-1 0,0 0 0,0 0-1,0 0 1,-1 0 0,1 0 0,2-4 0,-1-2-4824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1 111 4154,'0'0'5013,"10"-6"-1697,107-53 7217,-29 21-7335,-80 36-3212,1 0 0,-1 0 1,0 1-1,1 1 0,-1-1 1,13 2-1,-6-1-355,6 0-1952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3690,'0'0'6140,"3"0"-3048,24 0-1165,100 4 6934,-109-2-8026,1 2-1,29 8 1,16 9-826,-23-6-43,71 16 1,-87-26-1185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5515,'0'0'4356,"17"0"-1239,-10 0-2160,107-2 8533,-28-3-6711,22 2-3633,-76 3 106,-25 0-1564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6251,'0'0'4108,"20"0"-1110,55 0 6852,-1 0-6843,6-1-3007,92 2 0,-80 8-105,-55-9-420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4714,'0'0'3941,"9"0"-729,8 1 448,0 1 0,28 6-1,13 9-291,67 22-3368,-25-9 0,-94-28-13,-1 0 1,0 1 0,1 0 0,-1 0 0,0 0-1,6 6 1,1 0 98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4098,'3'0'19398,"2"1"-19209,0-1 0,-1 1 1,1 0-1,0 0 0,-1 0 0,1 1 0,-1 0 1,0 0-1,0 0 0,1 0 0,-1 0 0,-1 1 1,1 0-1,0 0 0,-1 0 0,5 4 0,6 9-226,0 1 1,16 26-1,9 10-351,-34-47 352,-3-3 23,1 0 0,-1-1 1,1 1-1,-1-1 1,1 0-1,6 4 1,0-2 136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3882,'0'0'6956,"0"2"-6848,1 114 15160,2-94-15276,0 0 0,2 0 0,0-1 0,11 27 0,-15-46-130,-1-1 0,0 1 0,1-1 1,0 0-1,-1 1 0,1-1 0,0 0 1,0 1-1,-1-1 0,1 0 1,0 0-1,0 0 0,0 0 0,1 0 1,-1 0-1,0 0 0,0 0 0,0 0 1,3 0-1,4 0-2830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2097,'-2'1'21422,"2"2"-21087,-1 0 0,0 0 0,1 0 0,0 0 0,0 0 0,0 0 1,0 0-1,1 6 0,14 44-386,-8-32-219,9 38 275,-9-31-16,1 0 1,1-1-1,19 40 0,-27-65-29,0-1 0,-1 1 0,1 0 0,0-1 0,1 1 0,-1-1 0,0 0 0,0 1 0,1-1 0,-1 0 0,1 0 0,-1 1 0,1-1 0,-1 0 0,1-1 0,0 1 0,-1 0 0,1 0 0,0-1 0,0 1 0,-1-1 0,1 1 0,0-1 0,0 0 0,3 0 0,11 0 1118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4274,'0'0'4519,"2"18"10119,2-11-13979,1 0 0,0 0 0,0-1 0,9 8 1,3 5-1173,-10-11 508,-1 0 1,1 0-1,1-1 1,-1 0 0,1 0-1,1-1 1,-1 0-1,1 0 1,0-1 0,0 0-1,1-1 1,-1 0-1,1 0 1,0-1 0,0 0-1,21 2 1,7-1-866,-27-4 1815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4642,'0'0'3922,"18"2"-640,-2 1 55,53 7 5339,-12-7-6321,-19-2-2402,0-2 0,75-12 0,-69 2-2208,23-4-8794,-49 8 22975,-15 4-12350,5-4 2367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0 462 3362,'0'0'5389,"0"-6"-2209,4-40 7746,9 11-7569,-1 10-3357,0-1 0,-1-1 0,-2 1 0,0-2 0,-2 1 0,-1-1 0,-2 0 0,3-55 0,-6 60-2,0 14-49,-1-1-1,0 1 0,-2-12 1,1 20-16,0 1 1,0-1 0,0 1 0,0-1 0,0 1-1,0-1 1,-1 1 0,1 0 0,0 0 0,0-1-1,0 1 1,0 0 0,0 0 0,-1 0 0,1 0-1,0 0 1,0 1 0,-1-1 0,-1 0-1087,-5 0-2975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78 428 3914,'0'0'2906,"-3"-21"466,-11-74 8704,-2 12-8130,7 37-3964,3 1 1,-2-92 0,8 136-238,-14 1-353,6 0-2031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3 481 3017,'0'0'5208,"0"-8"-1913,0-92 9488,-1-4-9273,0-164-7679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86 406 2449,'0'0'2169,"2"11"3227,-2-100 10804,-2 60-16200,-1 1 0,-13-56 0,-1-5 0,15 71-1,0-2-31,-8-30 1,10 49 13,-1 0 0,1 1 0,0-1 0,-1 1 1,1-1-1,-1 1 0,1-1 0,-1 1 0,1-1 1,-1 1-1,1-1 0,-1 1 0,0-1 1,1 1-1,-1 0 0,0 0 0,1-1 0,-1 1 1,0 0-1,1 0 0,-1 0 0,0-1 0,1 1 1,-1 0-1,0 0 0,0 0 0,1 0 1,-1 1-1,0-1 0,1 0 0,-1 0 0,0 0 1,0 0-1,1 1 0,-1-1 0,0 0 0,1 1 1,-1-1-1,1 0 0,-1 1 0,0 0 1,-8 7-2974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515 191 4122,'0'0'3982,"-12"-8"-682,-4-3 1404,-34-21 3303,12 10-5908,-4 3-2099,0 3 0,-89-23 0,75 24 0,-1 3-210,38 9-232,-30-9 0,47 11-1012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643 128 3394,'0'0'4642,"-12"-3"-1265,-117-25 7955,33 12-7863,26 9-3469,-80-12 0,118 14 0,1-2 0,-50-18 0,66 17-978,13 7 808,0 0 0,0 0 0,0 0-1,0 0 1,0 0 0,0 0 0,0 1-1,0-1 1,-7 0 2680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635 38 4098,'0'0'5168,"-6"-3"-2059,-8-3 428,-34-12 4580,13 10-5932,-197 6-2185,124 4 0,-84-5-494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671 5 1649,'-5'0'10828,"-148"-5"-826,48 8-6346,89-2-3577,-134 9-1059,-91 0-3133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671 1 4522,'0'0'3526,"-16"0"-169,-119 5 7982,34-1-7869,-4 2-3470,-161 5 0,263-11-36,1 0 0,-1 0 0,0 0 0,1 0 0,-1 1 0,0-1 1,1 1-1,-1 0 0,1 0 0,-1 0 0,-2 1 0,4-1-64,0 0 0,0 0 0,0 0 0,0 0 0,0 0 0,0 0-1,0 0 1,1 0 0,-1 1 0,0-1 0,1 0 0,-1 0 0,1 1 0,-1-1-1,1 0 1,-1 1 0,1-1 0,0 0 0,0 1 0,0-1 0,0 3-1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555 7 2089,'2'0'7582,"-85"0"8961,-329-6-16543,350 5-2285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718 1 4738,'0'0'3986,"-9"0"-870,-14-1 346,-63 2 5120,28 1-6252,-484 31-2418,562-29 26,3-3 212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601 47 4338,'0'0'3542,"-22"-1"-190,-4-1 1068,-30-2 3931,-8 1-6140,-151-9-2211,128 6 0,29-3-466,42 6-240,0 0 0,-24-1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704 88 3994,'0'0'4371,"-20"-3"-1158,15 2-2133,-84-10 9389,14 2-7382,-293-45-3087,348 51-43,0 0 0,-37 0 1,56 3 32,-1 0 0,0 0-1,1 0 1,-1 1 0,1-1 0,-1 1 0,1-1 0,0 1 0,-1 0 0,1 0 0,-1-1 0,1 1 0,0 0 0,0 0 0,-1 0 0,1 0 0,0 0 0,0 1 0,0-1 0,-1 3 0,-6 5-282,-4 1-1727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518 13 4202,'0'0'4108,"-11"1"-780,-43 5 7837,6-4-7754,-180-16-3411,64 7-83,163 7 81,0 0-10,1 0-1,0-1 1,-1 1 0,1 0 0,0 0-1,-1 0 1,1 0 0,0 0 0,-1 0-1,1 0 1,0 0 0,-1 0 0,1 0-1,0 0 1,-1 0 0,1 1 0,0-1-1,-1 0 1,1 0 0,0 0 0,-1 0-1,1 1 1,0-1 0,-1 0 0,1 0 0,0 0-1,0 1 1,-1-1 0,1 0 0,0 1-1,0-1 1,0 0 0,-1 0 0,1 1-1,0-1 1,0 0 0,0 1 0,0-1-1,0 0 1,0 1 0,0-1 0,0 3-1967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64 1185,'0'0'6248,"-3"0"-5569,-14-1 2648,-28-7 10827,37 6-13533,-71-18-1041,51 12-182,-1 0 0,0 2 1,0 2-1,-31-2 0,55 6-2845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0 4050,'0'0'3477,"-19"0"-199,-62 0 8500,9 0-8147,-108 0-3637,179 0-61,0 0-1,1 0 0,-1 0 1,0 0-1,1 0 1,-1 0-1,0 1 0,1-1 1,-1 0-1,0 0 1,1 0-1,-1 0 0,1 1 1,-1-1-1,0 0 1,1 1-1,-1-1 1,1 1-1,-1-1 0,1 0 1,-1 1-1,1-1 1,-1 1-1,1-1 0,0 1 1,-1-1-1,1 1 1,0 0-1,-1-1 0,1 1 1,0-1-1,0 1 1,-1 0-1,1-1 0,0 1 1,0 0-1,0-1 1,0 1-1,0 0 0,0-1 1,0 1-1,0 1 1,0 3-3480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492 4 3914,'0'0'3900,"-10"0"-565,-54-2 6691,-4 1-4986,-15 1-3577,-45 1-3544,-10-1 2636,138 1-595,0-1 0,0 1 0,-1-1-1,1 1 1,0-1 0,0 1 0,0 0-1,0-1 1,0 1 0,0-1 0,0 1 0,1-1-1,-1 1 1,0-1 0,0 1 0,0-1 0,0 1-1,1 0 1,0 0 0,10 6-3240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492 0 4018,'0'0'4741,"-20"3"-1542,2-1-60,-64 7 5591,16 1-6343,-67 5-3486,39-6-500,88-8 924,-32 5-3186,35-5 3148,1-1 0,0 1 0,0 0 0,-1 0 1,1 0-1,0 0 0,0 0 0,0 0 0,0 1 0,0-1 1,1 1-1,-1-1 0,-2 3 0,1 3-2839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2297,'0'0'7226,"9"0"-4128,120-8 5710,5-1-4023,-37 9-4953,-97 0 110,0 1 1,0-1-1,0 0 1,1 0-1,-1 0 0,0 0 1,0 1-1,0-1 1,1 0-1,-1 0 1,0 0-1,0 1 1,0-1-1,0 0 1,0 0-1,1 1 1,-1-1-1,0 0 1,0 1-1,0-1 1,0 0-1,0 0 1,0 1-1,0-1 1,0 0-1,0 0 1,0 1-1,0-1 1,0 0-1,0 1 1,0-1-1,0 0 1,-1 0-1,1 1 1,0-1-1,0 0 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3618,'4'-1'6946,"77"-5"1334,47-6-910,-65 0-7369,46-6-9,-90 17 3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0 132 3410,'0'0'4704,"22"-10"-1239,60-26 7759,0 2-7813,47-15-3427,-108 46-2872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7 151 408,'0'0'5691,"-6"0"-4060,16 0 357,17-7 11681,-15 2-10850,-12 5-2811,1 0-8,377-130-4417,-370 127 2640,0 2 0,1-1 0,0 1 0,14 0 0,-18 1 2174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3442,'0'0'6324,"2"-1"-6284,88-24 16368,-27 13-16408,1 4 0,76-1 0,-138 9 0,38-7-21,0 0-116,-39 7-407,-8 0 1246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7 120 2593,'0'0'4554,"-6"-14"-2459,13 8 215,18 0 9811,-15 3-9580,245-53-2541,-136 31 0,-100 22-255,1 0 0,0 1 0,24 0 0,-50 4-2055,-12 1 5640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2465,'0'0'5459,"9"0"-1717,43-1 6657,1-3-5706,107-15-6380,-90 10 2734,-36 4-2559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3786,'0'0'3713,"13"0"-285,-9 0-2898,112-2 10821,-33-8-7945,-55 5-3438,-1 1 0,41-1 1,-69 10 42,-5 2 73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3001,'7'-8'16248,"-6"7"-15778,-1 1 1,1 0-1,-1 0 1,1 0-1,-1 0 0,1 0 1,0 0-1,-1 0 1,1 0-1,-1 0 0,1 0 1,0 0-1,0 0 1,0 0-92,371-51-379,-350 48-2152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37 3930,'-1'0'7637,"40"-2"3070,2-2-6069,81-16-6575,-77 11 3166,-35 9-1229,8-1-2745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4658,'0'0'3825,"13"-2"-661,4 1 874,43-6 4271,-16 0-6089,195-42-2220,-208 42-160,-24 4 9,1 1-1,-1 1 1,1-1 0,9 1-1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4114,'3'10'20108,"0"-8"-18116,18 1-1992,0 0 0,0-2 0,0 0 0,24-3 0,3 1 0,69-9-272,-81 6 31,-26 4-2216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2881,'0'0'4358,"2"0"-4103,4 0 481,33-2 14018,-22-1-11524,115-42-3194,-19 6-222,-73 32 186,-27 6 150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0 160 1433,'0'0'5632,"2"-1"-5291,15-8 2333,8-8 6413,6-3-2040,6-2-7047,-12 5 0,0 2 0,2 1 0,-1 2 0,53-18 0,-37 27-601,-39 3-1079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0 168 1313,'0'-3'9796,"1"-3"-8865,0 0-1,0 1 1,0-1-1,1 0 1,0 0-1,0 1 0,0-1 1,1 1-1,5-9 1,37-49 4764,-40 56-5590,-3 5-279,-1 0 1,1-1-1,0 1 1,0 0 0,0 0-1,0 1 1,0-1 0,0 0-1,0 1 1,1-1-1,-1 1 1,1 0 0,-1 0-1,1 0 1,-1 0-1,1 0 1,0 0 0,-1 1-1,1-1 1,0 1 0,0 0-1,4 0 1,-1 0-2416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1 205 2409,'5'0'20413,"8"1"-16289,-10-1-4205,0 0-1,1 0 1,-1 0 0,0 0-1,0 0 1,1-1-1,-1 1 1,6-3 0,3-8 81,0-1 0,0 0 0,-1-1 0,13-19 0,-5 8 0,-7 6 0,1 1 0,17-37 0,-30 46-3346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1 254 3378,'0'0'4358,"14"-17"-987,3-4 1190,37-42 3782,-10 16-6140,0 9-2727,-32 29-102,0-1 0,-1 0 0,18-21 0,-24 23-2877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1 196 2249,'0'0'4758,"10"-8"-1128,36-30 2320,46-36 1724,-32 32-5721,-48 35-4069,-1 1 0,1 1 0,23-9 0,-30 12-69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3482,'0'0'4542,"7"0"-1055,145 5 9639,-99-2-11549,90 0-2895,-132-3 2636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0 640,'0'0'6950,"5"0"-3463,27 3 492,0 0 1,38 10-1,14 1-780,-50-9-3208,19 2-168,63 1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3282,'0'0'3784,"12"12"-182,1 2 622,24 27 4717,-5 0-6560,11 16-2381,-12-16 0,40 69 0,-68-106-171,-1 1 0,0-1 1,-1 1-1,1-1 1,-1 1-1,0 0 0,0-1 1,1 9-1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3049,'0'0'3956,"2"8"-400,-1 1 1111,3 12 4026,6 0-6400,-8-14-2293,0 1 0,0 0 0,0 0 0,-1 0 0,0 0 0,-1 0 0,1 0 0,-2 0 0,0 8 0,0 6 0,1 2-110,0-3-987,0 1-1,6 38 1,-3-52-3665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2001,'0'0'4609,"0"6"-1098,0 1-1049,1 0-1,0 0 1,0 0 0,3 9-1,8 18 1324,7 12-3785,13 33 0,-27-70 0,0 1-1,1-1 1,0 0-1,0 0 0,11 11 1,-16-19-175,0-1 1,0 1-1,-1-1 0,1 1 1,0-1-1,0 0 1,0 1-1,0-1 0,0 0 1,0 0-1,0 0 0,0 0 1,0 0-1,-1 0 1,1 0-1,0 0 0,0 0 1,0 0-1,0 0 1,1-1-1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05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3330,'0'0'3703,"8"9"-155,28 30 8978,-12-19-9339,11-4-2667,-6-3-1120,-21-8 549,17 9-659,-24-13 597,0 0 1,1-1-1,-1 1 1,0-1-1,0 0 0,1 1 1,-1-1-1,0 0 0,1 0 1,-1 0-1,0 0 0,1 0 1,-1 0-1,0 0 1,0 0-1,1 0 0,1-1 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16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4754,'0'0'5205,"-1"1"-4939,0 0 0,1 0 0,-1-1 0,0 1 0,1 0 0,-1 0 0,1 1 0,-1-1 0,1 0 0,0 0 0,-1 0 0,1 1 0,0 3 272,1 0 0,0 0 0,0 0 1,1 0-1,-1-1 0,1 1 0,0 0 0,1-1 0,-1 0 0,1 1 1,-1-1-1,1 0 0,7 7 0,7 7 1978,30 23 0,-34-30-2285,-6-5-339,-5-5-40,-1 0 1,1 0-1,-1 0 0,0 0 1,1 1-1,-1-1 1,0 0-1,0 1 1,1-1-1,-1 0 1,0 1-1,-1 0 1,1-1-1,0 1 0,0 0 1,-1-1-1,1 1 1,-1 0-1,1-1 1,-1 1-1,0 0 1,0 2-1,0 1-3266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16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5154,'0'0'4246,"2"9"-632,1-7-2358,0 1 0,1-1 0,-1 0 0,1 0 0,-1 0 0,1 0 0,5 1 0,15 8 1896,2 9-3152,-1 1 0,29 30 1,22 18-8,-73-67 1,0 0-1,-1 0 1,1-1-1,0 1 0,0-1 1,1 0-1,-1 1 1,0-1-1,7 0 0,16 1-2793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16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6035,'0'0'3815,"-1"23"10094,5-14-13471,1 0 1,-1-1-1,1 0 0,1 0 1,0 0-1,10 10 0,45 39-1051,-43-41 570,-9-7-146,0-1 0,1-1 0,0 1 0,12 6 0,-20-12-1382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16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5651,'0'0'3705,"2"6"-522,3 1-2543,-1 0-1,1 1 0,1-2 0,-1 1 0,1-1 0,0 1 0,1-1 1,-1-1-1,1 0 0,0 0 0,0 0 0,1-1 0,15 7 1,-7-4 35,0-1 0,0-1 0,1 0 0,-1-1 0,1-1 0,25 1 1,-14-3-674,-9 0-10,1 0-1,26 5 1,-1 2-2425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16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4978,'0'0'4329,"11"0"-1150,123-5 7341,-37-6-7312,-78 8-4684,1-1 1,0-1-1,-1-1 0,30-13 1,-39 15 1333,2-1-455,-6-1 3174,-3 2-6604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16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3706,'0'0'5724,"5"4"-2519,-3-2-2397,1 0 0,0 0 0,0 0 0,0 0 1,0-1-1,0 1 0,0-1 0,0 0 0,1 0 0,4 1 0,44 2 3882,147-4-5313,-189 0-1204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16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4410,'0'0'4587,"9"0"-1347,79 1 2473,42 0 888,-43-3-4938,-76 1-2302,1 0 1,-1 0 0,0-1 0,13-4-1,-20 5 198,1-1-1,-1 0 0,0 0 1,1 0-1,-1-1 0,0 0 1,0 0-1,-1 0 0,1 0 0,0 0 1,5-8-1,-2 1-4139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16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1 311 4426,'0'0'3880,"-1"-20"11190,5 12-14563,-1 0-1,1 0 1,1 1 0,0-1 0,0 1-1,11-12 1,40-37-1216,-56 55 709,11-8 0,-1-1 0,0-1 0,16-23 0,-22 29 0,-1-1 0,-1 0 0,1 0 0,-1 0 0,0 0 0,0 0 0,0 0 0,-1-1 0,0 1 0,-1-1 0,1-7 0,-1-3-2519,0 10 5038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16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12 391 3754,'-1'-1'12336,"-2"-8"-5234,-1-24-3914,6-21-2845,-1 17-852,-1-186 310,-6 198-843,5 17-1895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16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118 362 3282,'0'0'4073,"-1"-5"-653,-2-17-564,0 0 0,2-31 0,1 34-1711,0 0 0,-2 0 1,0-1-1,-1 1 0,-8-25 0,8 32-1149,-2-1-24,0 0 1,-10-19-1,14 29 20,-1 0 1,0 1 0,0-1-1,0 0 1,0 1 0,-1-1-1,1 1 1,0-1 0,-1 1-1,0 0 1,0 0 0,0 1-1,1-1 1,-1 0 0,-6-1 0,-5-4-1371,9 2 2960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16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 4178,'-10'3'22036,"-10"25"-22037,1 2 0,2 0-1,1 1 1,2 0 0,1 1 0,1 1 0,1 0 0,-6 38 0,15-54-634,1 1 0,0 22 0,2-38-1380,5-1-1475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16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4802,'1'0'12629,"2"9"-6467,1 15-5561,-1 0-1,-2-1 0,0 1 0,-3 27 1,0 5-982,3-40 361,-2 0 0,0-1 0,0 1 0,-2 0 0,-4 16 0,3-23 140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16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0 1105,'0'0'8553,"-1"4"-5381,-1 14-493,0-1 0,1 19 0,1-19-1343,-1 1 1,0-1 0,-5 21 0,0-13-1337,-18 59 0,21-75 0,0 0 0,-1-1 0,0 0 0,-1 0 0,0 0 0,0 0 0,-7 7 0,-7 3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16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0 2185,'0'0'6967,"-3"6"-3753,-30 36 8298,16-25-9733,-29 23-1,9-13-2429,-47 27-1,82-53 381,1-1 160,0 1 0,0-1 0,0 1 0,0 0 0,0-1 0,0 1 0,0 0 0,0 0 0,0-1 0,0 1 0,0 0 0,0 0 0,1 0 1,-1 0-1,0 0 0,1 0 0,-1 0 0,1 0 0,-1 2 0,1 2-2136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16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0 896,'0'0'7421,"-6"0"-6302,-10 1 1439,-19 8 9945,22-5-10786,-26 7-1748,-44 7 0,44-11-64,-42 14-1,78-20 154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16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0 4290,'0'0'4325,"-7"0"-1141,4 0-2381,-57 2 9688,16 6-7370,10 1-3121,7-3 0,-1 2 0,1 1 0,0 1 0,-28 16 0,53-25-82,1 0 1,0 0 0,-1 0 0,1 0 0,0 1-1,0-1 1,0 0 0,0 1 0,0-1-1,0 1 1,0-1 0,0 1 0,1-1 0,-1 1-1,1-1 1,-1 1 0,1 0 0,-1-1 0,1 1-1,0 0 1,0-1 0,0 1 0,0 0 0,0 2-1,0-1-1729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16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0 4162,'0'0'3836,"-10"1"-645,-39 5 8292,6 4-7941,15-2-3542,1 2 0,-1 1 0,-40 23 0,66-33-146,0 0 1,0 0-1,0 0 1,1 1-1,-1-1 1,0 0-1,1 1 1,-1-1 0,1 1-1,0-1 1,-1 1-1,1 0 1,0 0-1,0-1 1,0 1-1,0 0 1,0 0-1,0 0 1,1 0 0,-1 0-1,1 0 1,-1 0-1,1 0 1,0 4-1,0 1-2612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16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0 4794,'0'0'5427,"-5"4"-2208,-33 106 6545,18-34-6754,8-41-3851,5-20-3361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16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4650,'0'0'4313,"-5"3"-1252,3-2-1756,0 0-308,1 0 0,-1 0 0,1 0 1,-1 1-1,1-1 0,-1 0 0,1 1 0,0-1 0,-2 3 0,-3 15 1917,-1 162-2917,7-177 3,1-2 4,-1 0 0,0-1 0,1 1 0,-1 0 0,1 0 0,0 0 0,-1-1 0,1 1 0,0 0 1,0-1-1,2 3 0,-2-2-115,0-1 0,0 1 1,0-1-1,0 1 0,0-1 1,-1 1-1,1 0 0,0-1 1,-1 1-1,0 0 0,1 2 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16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4042,'0'0'5380,"-2"4"-2393,1-3-1889,0 1-116,0 0 0,1 0 0,-1-1-1,0 1 1,1 0 0,-1 0 0,1 0-1,-1 0 1,1 3 0,0-4-776,0 0 1,0 1-1,1-1 0,-1 0 1,0 0-1,1 0 0,-1 1 1,1-1-1,-1 0 0,1 0 1,0 0-1,-1 0 0,2 2 1,8 11-207,0 0 0,-1 1 0,-1 0 0,10 28 0,-9-22 0,21 37 0,-29-56-15,1 0-1,-1-1 1,0 1 0,1 0 0,-1-1 0,1 1 0,0-1 0,-1 0 0,1 1 0,0-1 0,0 0-1,0 0 1,0 0 0,0 0 0,0-1 0,4 2 0,0-1-193,1 0 0,0-1 0,-1 0 0,8-1 0,4 1-578,-10 0-2262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16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50 273 3306,'0'0'3213,"0"4"-282,-2 22 11801,2-21-12700,0 27-2032,0-30 0,0-5 0,0-16 0,-8-281-42,9 299 24,-1 0-1,0 1 0,0-1 0,0 0 1,0 0-1,0 1 0,0-1 0,0 0 1,-1 1-1,1-1 0,0 1 0,0-1 1,0 0-1,-1 1 0,1-1 0,0 0 1,-1 1-1,1-1 0,0 1 0,-1-1 1,1 1-1,-1-1 0,1 1 1,-1-1-1,1 1 0,-1 0 0,1-1 1,-1 1-1,0-1 0,1 1 0,-1 0 1,1 0-1,-1-1 0,0 1 0,1 0 1,-1 0-1,0 0 0,1 0 0,-1 0 1,0 0-1,1 0 0,-1 0 1,0 0-1,1 0 0,-1 0 0,0 0 1,1 0-1,-2 1 0,-5-1-30,-4 0 1058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16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1 349 4290,'0'0'4321,"0"-7"-1173,3-64 7908,3 19-7657,25-138-3708,-30 188 206,-1 0 0,1 0 0,0 0 0,0 0 0,0 0-1,0 0 1,1 0 0,-1 1 0,2-3 0,-1 2 653,2-3-1961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16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8 391 2457,'-4'-8'20772,"0"-30"-17143,9-22-4273,13-23 644,-12 59 0,0 0 0,-2 0 0,2-41 0,-3 5-3024,-3 55 541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16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3 392 2465,'0'0'3858,"0"-5"-306,4-48 6583,1-12-3931,-7-194-6204,2 258-24,0 1 1,0 0-1,0-1 1,0 1 0,0 0-1,0 0 1,0-1 0,0 1-1,0 0 1,0-1 0,0 1-1,0 0 1,0 0-1,0-1 1,0 1 0,0 0-1,-1 0 1,1-1 0,0 1-1,0 0 1,0 0 0,0-1-1,0 1 1,-1 0-1,1 0 1,0 0 0,0-1-1,0 1 1,-1 0 0,1 0-1,0 0 1,0 0 0,-1-1-1,1 1 1,0 0-1,0 0 1,-1 0 0,1 0-1,0 0 1,-1 0 0,1 0-1,0 0 1,0 0-1,-1 0 1,1 0 0,0 0-1,-1 0 1,1 0 0,0 0-1,-1 0 1,0 0-185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16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149 450 1297,'0'0'6635,"-2"-16"-3287,1 12-2213,-7-56 9530,0 6-7531,0-18-3107,6 44-77,-1 1 0,-8-29 0,5 31-220,-8-29-2876,13 50 2823,-1 0 0,1 0 0,-1 0 0,0 0 0,-1 0 0,1 1 0,0-1 0,-1 1-1,-6-6 1,8 8-388,-1 0-1,1 0 0,-1 0 0,1 0 0,-1 0 1,0 0-1,1 1 0,-1-1 0,0 1 0,-2-1 1,-19 0-3124,19 1 3565,-8 0-4545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16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128 468 3810,'0'0'3688,"-2"-8"-206,-6-38 8184,6 4-8098,1 32-3568,-1-1 0,0 1 0,0 0 0,-1 0 0,0 0 0,-7-12 0,-5-20 0,-3-38 0,12 51 0,-1 0 0,-1 1 0,-21-50 0,29 78-109,0 0 0,0 0 0,0-1 0,0 1 1,-1 0-1,1 0 0,0 0 0,0 0 1,0-1-1,0 1 0,0 0 0,-1 0 0,1 0 1,0 0-1,0 0 0,0 0 0,-1-1 0,1 1 1,0 0-1,0 0 0,0 0 0,-1 0 1,1 0-1,0 0 0,0 0 0,0 0 0,-1 0 1,1 0-1,0 0 0,0 0 0,0 0 1,-1 0-1,1 0 0,0 0 0,0 0 0,0 0 1,-1 0-1,1 1 0,0-1 0,-2 4-3135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16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233 434 624,'-2'-18'22575,"1"2"-22107,-1 1 1,0 0-1,-1-1 1,0 1-1,-1 1 0,-1-1 1,-12-24-1,-58-95-1131,60 109 594,5 8 66,-1 0 1,0 1-1,-1 0 1,-24-23 0,35 38-73,0 0 1,1 1 0,-1-1 0,0 0-1,0 1 1,0 0 0,0-1-1,-1 1 1,1-1 0,0 1 0,0 0-1,0 0 1,0 0 0,0 0 0,0 0-1,0 0 1,-2 0 0,-1 0-1895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16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303 118 1841,'0'0'8432,"-4"0"-7921,-21-2 1680,-34-16 9187,36 10-9517,-37-17-1856,47 18-11,1 1 0,-1 1 0,1 0 1,-2 1-1,1 1 0,0 0 0,-22-2 0,34 5-74,1-1-1,0 1 1,-1 0-1,1 0 1,0 0 0,0 0-1,-1 0 1,1 0-1,0-1 1,0 1-1,-1 0 1,1 0-1,0 0 1,0-1-1,-1 1 1,1 0-1,0 0 1,0-1 0,0 1-1,0 0 1,-1 0-1,1-1 1,0 1-1,0 0 1,0-1-1,0 1 1,0 0-1,0-1 1,0 1 0,0 0-1,0 0 1,0-1-1,0 1 1,0 0-1,0-1 1,0 1-1,0 0 1,0-1-1,0 1 1,0 0 0,1-1-1,-1-3 325,0-7 2933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16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546 127 3634,'-3'-2'6818,"-13"-9"7039,12 8-11952,-8-3-1905,0 1 0,-1 1 0,1 0 0,-1 1 0,-23-4 0,-1 0 0,-116-30 0,151 37 0,-15-5 0,0 1 0,-22-11 0,9 6-1565,24 7 673,0 1 0,-1 1-1,1-1 1,-1 1-1,1 0 1,-1 0 0,1 1-1,0 0 1,-1 0 0,1 1-1,0-1 1,0 2 0,0-1-1,0 0 1,0 1 0,-9 6-1,0 3-1757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16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0 1137,'0'0'3550,"-6"0"-290,-27 0 12799,24 0-13851,-6 3-2208,-1 0 0,1 1 0,0 1 0,-25 11 0,5-2 0,3-3-2,13-6-1,-26 14 0,44-18-126,1 0 1,-1 0 0,1 0 0,-1 0-1,1 0 1,0 0 0,0 0 0,0 0-1,-1 0 1,1 0 0,0 0 0,0 0-1,0 0 1,1 0 0,-1 3 0,0-3-390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99 4610,'0'0'3131,"4"-2"53,12-6 9052,5-2-10340,35-23-1,0-1-2633,-52 32 689,1 0 0,-1 0 0,1 1 1,-1-1-1,1 1 0,0 0 0,0 1 1,-1-1-1,1 1 0,8 0 0,-1 0-29,-8 0-1805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3634,'0'0'5159,"0"0"-4999,0 0-1,0 0 0,0-1 0,0 1 0,0 0 1,0-1-1,0 1 0,0 0 0,1 0 1,-1-1-1,0 1 0,0 0 0,0-1 0,0 1 1,0 0-1,1 0 0,-1 0 0,0-1 0,0 1 1,0 0-1,1 0 0,-1 0 0,0-1 1,0 1-1,1 0 0,-1 0 0,0 0 0,0 0 1,1 0-1,-1 0 0,0 0 0,1-1 1,-1 1-1,5 0 757,0 0 1,0 0 0,0 1-1,0-1 1,0 1 0,-1 0-1,1 1 1,0-1 0,7 4-1,-7-2-442,-1 0-1,1 0 1,-1 0-1,0 1 0,6 7 1,1 0-508,3 4-964,20 28-1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5771,'-1'3'7147,"0"-1"-6420,0 0 1,0 0-1,0 1 0,0-1 0,1 0 1,-1 0-1,1 1 0,0-1 0,-1 0 1,1 1-1,0-1 0,0 0 0,1 3 1,-1-3-445,1 1 0,0-1 0,-1 0 0,1-1 0,0 1 0,0 0 0,0 0 0,0 0 0,1 0 1,2 2-1,-3-2-283,70 68 0,-62-62 0,1 0 0,0-1 0,1 0 0,0-1 0,0 0 0,12 4 0,3-7-1428,-20-3 360,2 0-3183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1048,'0'0'6471,"-13"0"-2701,182 0 11155,188 0-16066,-348 0-3281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4810,'0'0'4253,"4"0"-3792,147 0 16229,63-7-16690,-174 7-2217,-40 2 1312,0 5 4027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1008,'0'0'7823,"7"0"-4179,175-7 6871,-59-2-7291,31 6-4926,-104 3 616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17 2609,'-16'0'19984,"-5"0"-16363,19 0-3621,18 2 0,484 0-1581,-499-12 719,-1-1-3442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 2881,'0'-1'7373,"0"0"-7059,0 0-1,0 1 0,1-1 1,-1 0-1,0 1 0,0-1 1,1 1-1,-1-1 0,0 0 0,1 1 1,-1-1-1,0 1 0,1-1 1,-1 1-1,1-1 0,-1 1 1,1-1-1,-1 1 0,1-1 1,0 1-1,-1 0 0,1-1 1,-1 1-1,1 0 0,0 0 1,0-1-1,20-4 6191,-13 3-5508,76-23-996,99-25 0,-167 45-718,-13 3 315,1 1 0,-1 0 0,0 0 0,1 1 0,-1-1 0,5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4394,'0'0'4271,"16"0"-978,54 0 7624,-7 0-7578,134-7-6686,-186 7-106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3834,'1'0'13673,"7"0"-7565,0 1-5772,1 0 0,-1 1 0,1 0 0,-1 1 0,0-1 0,0 2 0,0-1 0,11 7 0,17 7-761,-23-12 140,0 1 0,0-2 1,1 0-1,0 0 0,-1-2 1,1 1-1,19-1 1,-26-2-2298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3626,'0'0'4870,"11"2"-1494,23 6 439,77 15 4493,-39-12-6089,-48-9-2251,-15-2 10,0 0 1,0 1-1,0 0 0,0 1 1,0 0-1,12 5 1,-14-1-1999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4666,'0'0'4334,"3"-2"-3273,24 0 2010,17 3 6153,-9-1-5366,35 0-3858,101-13 0,-125 7-1587,64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 4410,'0'0'5249,"0"0"-5235,0 0-1,0 1 1,0-1-1,0 0 1,0 0-1,1 0 1,-1 0-1,0 0 1,0 0-1,0 0 1,0 0 0,0 0-1,0 0 1,0 0-1,0 0 1,0 1-1,0-1 1,0 0-1,0 0 1,0 0-1,0 0 1,0 0-1,0 0 1,0 0 0,-1 0-1,1 0 1,0 0-1,0 0 1,0 0-1,0 0 1,0 1-1,0-1 1,0 0-1,0 0 1,0 0-1,0 0 1,0 0 0,0 0-1,0 0 1,0 0-1,0 0 1,0 0-1,0 0 1,-1 0-1,1 0 1,0 0-1,0 0 1,0 0-1,0 0 1,0 0 0,0 0-1,0 0 1,0 0-1,0 0 1,0 0-1,0 0 1,0 0-1,-1 0 1,1 0-1,0 0 1,0 0-1,0 0 1,0 0 0,0 0-1,0 0 1,0 0-1,116 2 15635,-49-1-15679,-20 1-127,0-3 0,56-8 0,-95 9-3058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4986,'0'0'4389,"11"0"-1210,-6 0-2566,114-3 9444,-96 1-8562,38-8 0,-4-9-1887,-45 14 158,0 1-1,0 0 1,1 1 0,-1 0 0,1 0-1,13 0 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1 143 4522,'1'0'12469,"9"0"-5999,-2 0-6135,1-1 0,0 0 0,0-1 0,-1 0 0,1-1 0,-1 1 0,1-2 0,-1 1 0,9-6 0,13-9-516,28-22 0,-19 13-54,-32 23-68,-4 2 47,0 0 1,-1 0-1,1 0 1,0 0-1,-1 0 1,1 0-1,-1-1 1,3-2-1,-4 0 2859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1 283 1105,'2'-7'22238,"8"-4"-21062,1 0 0,19-15 1,8-7-1835,80-95 654,-95 102-8,-19 22-62,1 0 1,-1 1 0,1-1 0,0 1-1,-1 0 1,1 0 0,1 1 0,-1 0-1,0 0 1,0 0 0,11-2 0,2-1-4403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1048,'0'0'7709,"7"1"-4484,235 1 9200,-143-2-10618,-72 4-2135,-26-4 277,0 1-1,0-1 1,0 0-1,0 0 0,0 1 1,-1-1-1,1 0 1,0 1-1,0-1 1,0 1-1,-1-1 1,1 1-1,0 0 1,-1-1-1,1 1 1,0 0-1,-1-1 0,1 1 1,-1 0-1,1 0 1,-1-1-1,1 1 1,-1 0-1,0 0 1,1 2-1,-1-1-2330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8 4362,'0'0'4367,"-6"0"-2406,83 0 13563,15 2-15524,-47 1 0,84-7 0,-76-4-634,-54 11-747,-2 8 3396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4170,'0'11'22044,"28"-7"-22274,1-2 0,-1-1 1,33-3-1,0 0-685,68 2-11650,-129 0 12468,1 0 0,-1 0 0,1 0 1,-1 1-1,1-1 0,-1 0 0,1 0 1,-1 0-1,0 0 0,1 1 0,-1-1 0,1 0 1,-1 0-1,0 1 0,1-1 0,-1 0 1,1 1-1,-1-1 0,0 0 0,0 1 0,1-1 1,-1 1-1,0-1 0,0 0 0,1 1 1,-1-1-1,0 1 0,0-1 0,0 1 0,0-1 1,0 1-1,0-1 0,0 1 0,0-1 1,0 0-1,0 1 0,0-1 0,0 1 0,0 0 1,0 4-3366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3898,'0'0'5397,"5"0"-2142,59 4 7223,-18 6-7292,-14 3-3186,-19-7 0,1-1 0,0 0 0,1-1 0,-1 0 0,1-1 0,-1-1 0,17 1 0,24-3-7283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4 139 2369,'-3'5'10957,"12"-9"-9471,-1 0 0,1-1 0,-1 0 0,0 0-1,0-1 1,-1 0 0,14-13 0,-2 3-485,-8 7-1002,0 1 1,1 0 0,15-7-1,-11 7-266,15-8-2652,-17 7-4533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1 146 3866,'0'0'5174,"19"-5"9341,64-53-11193,-5 2-3985,-70 52 545,-1 1 0,1 1 1,-1-1-1,1 1 0,0 1 0,0-1 1,0 1-1,0 1 0,0-1 1,0 1-1,10 2 0,4-2 111,-11-2 593,3-5-2842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2945,'0'0'7745,"6"0"-4883,14 0-1484,105-2 7363,-43-5-6198,-21 4-4610,-52 3-1669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5242,'0'0'4578,"13"2"-1632,40 9 7821,-22-1-7778,-2 9-3016,-17-10-254,2 2 241,24 23 1,-35-23-335,-1-2-1980,0-3-2747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5795,'-5'15'17916,"5"105"-14873,0 61-3583,-2-156-3624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5779,'-3'14'20435,"4"45"-20439,0-21 1,-1 1 0,-7 47-1,6-82 161,0 0-3618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0 4498,'-9'10'18625,"8"-9"-17942,-5 25-193,0 0 0,2 0 1,0 1-1,1 34 1,-5 39-546,7-95 335,1-1-1248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0 976,'0'15'23478,"0"-11"-21718,0 1-1760,-1 0 0,0-1 0,0 1 0,0-1 0,0 1 0,0-1 0,-1 1 0,0-1 0,0 0 0,0 0 0,-1 0 0,-2 4 0,-7 7 0,-23 23 0,6-7-3,23-27 254,2 0-4021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3986,'-2'2'8485,"1"1"-7795,-1 0 0,1 1 0,0-1 1,0 1-1,0-1 0,0 1 0,0-1 0,1 1 0,-1 5 0,2 42 4877,1-22-4292,-2-7-1275,0 9-3,-5 42-1,2-49 11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 4794,'0'0'5355,"-1"9"-2318,-6 33 7192,-5 15-7125,9-41-3295,-2-1 0,1 0 1,-2 0-1,0 0 1,-11 17-1,14-29-1689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553 1 3762,'-14'5'20676,"9"-3"-18900,-19 4-1776,-30 6 0,-9 1 0,-321 104-8,383-117-16,1 0 0,-1 0 0,1 0 0,-1 1 0,1-1 0,-1 0 0,1 1 0,0-1 0,-1 0 0,1 0 0,-1 1 0,1-1 0,0 1 0,0-1 0,-1 0 0,1 1 0,0-1 0,-1 1 0,1-1 0,0 1 0,0-1 0,0 1 0,0-1 0,-1 1 0,1-1 0,0 1 0,0-1 0,0 1 0,0-1 0,0 1 0,0-1 0,0 1 0,0-1 0,1 1 0,-1 3-897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1 1393,'2'1'8325,"7"10"-3294,-11-5 13,-10-3 1237,12-3-6141,-89 18-140,-155 9 0,200-23 0,37-4-245,6 0 172,1 0 0,-1 0 0,0 0 0,1 0 0,-1 0 0,0 0 0,1-1 0,-1 2 0,0-1 0,1 0 0,-1 0 0,0 0 1,1 0-1,-1 0 0,1 1 0,-1-1 0,0 0 0,1 0 0,-1 1 0,1-1 0,-1 0 0,1 1 0,-1-1 0,1 1 0,-1-1 0,1 1 0,-1-1 0,1 1 0,-1-1 0,1 1 0,0-1 0,-1 1 0,1 0 0,0-1 0,0 1 0,-1-1 0,1 1 0,0 0 0,0-1 0,0 1 0,0 0 0,0-1 0,0 1 0,0 1 0,0 2 3602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483 57 4282,'0'0'4028,"-13"2"-680,-46 5 7801,6-4-7742,28-5-3407,0-1 0,0-1 0,-42-11 0,36 7 0,-54-8 0,-10 7-274,95 10 230,-1-1-1,1 0 1,0 0-1,0 0 1,0 0-1,0 0 1,0 0-1,0 0 1,-1 0 0,1 0-1,0 0 1,0 0-1,0-1 1,0 1-1,0 0 1,-1 0-1,1 0 1,0 0-1,0 0 1,0 0 0,0 0-1,0 0 1,0 0-1,0 0 1,-1 0-1,1-1 1,0 1-1,0 0 1,0 0-1,0 0 1,0 0 0,0 0-1,0 0 1,0 0-1,0-1 1,0 1-1,0 0 1,0 0-1,0 0 1,0 0-1,0 0 1,0-1 0,0 1-1,0 0 1,0 0-1,0 0 1,0 0-1,0-2 17,0-5 2464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428 189 3898,'0'0'4815,"-7"-1"-1509,-6-3-587,0 0 0,-1-1 0,-22-11 0,-18-13 600,0-5-3400,19 12-171,-42-21 0,65 38 173,0 0 0,0 0 0,0 1 0,-1 1 0,1 0 0,-1 1 0,-25-1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549 273 4362,'0'0'4649,"-13"-3"-1546,-43-11 8187,29 2-8319,5-7-2665,7 4-773,-18-10 467,-1 2 0,-1 1 0,-42-18 0,-116-43 0,165 72 0,13 5-4684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438 139 3858,'-3'0'8537,"-5"0"-7118,-1-1-1,1 0 1,-1 0-1,1-1 1,-1-1-1,-9-3 1,-28-13 2336,37 15-3621,-60-26-134,-124-36 0,186 64-55,0 1 1,-1 0 0,1 0 0,-12 1 0,19 20-2083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546 1 1833,'0'0'5537,"-8"0"-1420,-6 0 7860,-314 1-9072,132 0-4362,207 2 2329,4 1-442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520 64 896,'-7'-7'10129,"-15"7"-8272,-35 0 9361,32-3-9104,-103-18-2138,61 9-23,0 2 0,-75 0 1,142 10 26,-1 0 1,1 1-1,0-1 1,-1 0-1,1 1 1,0-1-1,-1 0 1,1 1-1,0-1 1,0 0-1,-1 1 1,1-1 0,0 1-1,0-1 1,0 1-1,0-1 1,-1 1-1,1-1 1,0 0-1,0 1 1,0-1-1,0 1 1,0-1-1,0 1 1,0-1 0,0 1-1,0 17 255,1-15-51,-1 23-479,0-18-1813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406 26 3882,'-11'5'19617,"-69"-4"-16568,-95-3-3383,157 0 330,1-1 0,-22-7 0,-18-3-30,54 12-116,-2 0 239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484 40 3322,'0'0'5359,"-9"0"-2097,-194-9 7671,62-3-7595,90 3-3381,33 6-34,1 0 1,-24-1-1,40 6 60,1-1-1,-1 0 0,1 1 0,0-1 0,-1 0 0,1 1 0,0-1 0,0 1 0,0-1 0,0 1 1,0-1-1,1 3 0,-1-1 245,0 13 51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0 4746,'-4'0'7262,"3"0"-6431,-24 3 9499,7 7-7285,-34 42-3045,2 3 0,-56 78 0,104-130 0,-10 13-16,2-5-88,1 1 0,-10 18-1,16-21-4000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0 1313,'-14'0'22869,"9"1"-20837,-258 8-2032,258-10-375,4 1 302,1 0 0,-1 0 1,0-1-1,1 1 0,-1 0 0,1 0 0,-1 0 0,0 0 1,1 0-1,-1 0 0,1 0 0,-1 0 0,0 0 0,1 0 1,-1 0-1,1 0 0,-1 1 0,0-1 0,1 0 1,-1 0-1,1 1 0,-1-1 0,1 0 0,-1 0 0,1 1 1,-1-1-1,1 1 0,-1-1 0,1 1 0,0-1 0,-1 0 1,1 1-1,-1 0 0,1 8 2924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4 2409,'-2'0'8578,"-22"3"4413,17-4-10755,5 1-2236,5-2 0,232-2 0,-133 6 0,32-2-1164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3049,'0'0'5161,"-10"0"-2039,80 0 11760,319 0-15926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1345,'0'0'8253,"8"0"-4984,-2 0-2548,78-3 9016,-29-6-6848,-25 1-3634,-1 1 1,1 2 0,57-3-1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280 295 2065,'0'0'4972,"0"-1"-4676,0 1-1,0-1 1,0 1 0,0-1 0,-1 1 0,1-1 0,0 1 0,0-1 0,0 1 0,0-1 0,-1 1 0,1-1 0,0 1 0,-1 0 0,1-1 0,0 1 0,-1-1 0,1 1 0,0 0 0,-1-1 0,-16-11 4658,-26-25 0,9-3-1900,-95-120-3054,126 156-1,-1 0-6,1 0 0,-1 0 0,0 0-1,0 0 1,0 1 0,-7-5 0,10 8-113,-6 10-1512,3 0 2568,1-2-2935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98 1072,'0'0'6107,"-4"0"-3169,-21 0 11220,19 0-12219,1 0-1939,-1-1 0,0 0 0,1 1 0,-1-2 0,1 1 0,0-1 0,-1 0 1,1 0-1,0 0 0,-6-4 0,-4-4-1,-26-22 1,-2-1-7,41 31-42,1 2 0,1 0 1,0-1 0,0 1 0,0 0 0,-1 0 0,1 0 0,0 0 0,0 0 0,0 0 0,-1 0 0,1 0 0,0 0 0,0 0 0,0 0-1,-1 0 1,1 0 0,0 0 0,0 0 0,0 0 0,-1 0 0,1 0 0,0 0 0,0 0 0,0 1 0,-1-1 0,1 0 0,0 0-1,0 0 1,0 0 0,0 0 0,-1 0 0,1 1 0,0-1 0,0 0 0,0 0 0,0 0 0,0 0 0,0 1 0,-1-1 0,1 0-1,0 0 1,0 0 0,0 1 0,0-1 0,0 0 0,-5 12-800,5-11 837,-4 8 3138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420 118 4154,'0'0'4030,"-7"1"-678,5-1-2997,-73 1 9050,63-1-8585,1-1 0,0 0-1,-1-1 1,1 0-1,-15-5 1,-38-20-820,-69-40 0,130 65-44,-1 1 1,0-1-1,0 0 0,0 1 1,0 0-1,0 0 1,0 0-1,0 1 1,0-1-1,-7 1 1,11 0 44,-1 0-1,1 1 1,-1-1 0,1 1 0,0-1 0,-1 1 0,1-1-1,0 0 1,-1 1 0,1-1 0,0 1 0,0 0 0,-1-1 0,1 1-1,0-1 1,0 1 0,0-1 0,0 1 0,0-1 0,0 1 0,0-1-1,0 1 1,0 0 0,0 0 0,0 22-307,0-18 111,0 6-3497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548 50 3498,'0'0'5595,"-8"0"-4347,-71-1 14625,8-7-15873,-12-2 0,-216-20-36,292 29-66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527 130 2033,'-16'-4'22227,"13"3"-20273,-12 0-1954,0 0 0,0-2 0,-19-5 0,-15-2 0,-2 2 0,0-2 0,0-2 0,-57-22 0,97 30 1,-9-5-44,0 2 0,-42-10 0,57 17-256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468 311 4354,'0'0'4697,"-9"-2"-1645,-24-8-822,1-2 0,-44-22 0,-67-44 3454,34 17-3947,103 58-1765,0 0 0,0-1 0,0 1 0,0-1 0,1 0 0,0-1 0,-6-6 0,9 9 29,0-1 0,1 1 0,-1-1 0,1 1 0,0-1 0,0 0 0,0 1 1,0-1-1,0 0 0,1 0 0,-1 0 0,1 0 0,0 0 0,0 0 0,0 0 0,0 0 0,0 0 0,1 1 0,0-6 0,5-8 83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9:18:25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24 484 3674,'0'0'4686,"-4"-9"-1450,4 6-2282,-14-43 9592,8 5-7428,6 34-3118,10-232 0,-8 208 0,-1-32 0,-2 30 0,1 33-12,0-1 0,0 1 0,0 0 0,0-1 0,0 1 0,0 0 0,0-1 0,0 1 0,0-1 0,0 1 0,0 0 0,0-1 0,0 1 0,0 0 0,0-1 0,0 1 0,0 0 0,1-1-1,-1 1 1,0 0 0,0-1 0,0 1 0,1 0 0,-1 0 0,0-1 0,0 1 0,1 0 0,-1 0 0,0-1 0,0 1 0,1 0 0,-1 0 0,0 0 0,1 0 0,-1-1 0,0 1 0,1 0 0,-1 0 0,0 0 0,1 0 0,-1 0 0,1 0 0,-1 0 0,0 0 0,1 0 0,-1 0 0,0 0 0,1 0 0,-1 0 0,0 0 0,1 0 0,-1 0 0,1 1 0,13 8-636,-7-1 1945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1007B-A2B0-4AEA-817C-387EB497AA4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B1E6C1-49F8-4668-AEB8-CDB5CDDA2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107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1E6C1-49F8-4668-AEB8-CDB5CDDA293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97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897D5-5D6F-B8EF-9686-D962FA7DF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55B6AC-C029-8F28-F579-8D83C388C0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2719E-EAD3-30CB-E34F-A95C3AF21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AC06-9F94-4716-AB55-221ABBA98AF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EEC30-8B37-946D-3B04-F7E64CA5A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A549C-1945-1965-47C2-31C306E21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77AD-F376-4EFB-B6E9-35ED64A89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864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0F482-4264-9DEA-F73D-740307FD4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89EB1-3ADC-4C45-5EA4-139F0FF51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E455B-512E-4B6C-80CB-6F2118830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AC06-9F94-4716-AB55-221ABBA98AF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38830-D275-D543-3C92-38B8CDFDD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ACA94-6DEA-CB1A-37FF-72BFC1411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77AD-F376-4EFB-B6E9-35ED64A89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528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91738-D4EE-B32D-C4A7-D81600196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37DA2-886C-D499-115D-587DBDD19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6B3C1-A984-B33A-10E5-A049E156B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AC06-9F94-4716-AB55-221ABBA98AF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B54DB-5F5F-D7FC-27B4-1C48921B5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EAABD-4CB7-049F-77B5-AAAB854CB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77AD-F376-4EFB-B6E9-35ED64A89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06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7646F-7237-33C8-B441-757DF43DD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D6887-BEB8-0E64-1CDA-3B733F6C7C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52E140-90C8-30CA-DFFE-BE393CAD62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EC1163-8702-4D69-D7A2-A04547BE7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AC06-9F94-4716-AB55-221ABBA98AF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972582-3414-8275-AD1D-ACE8DBD31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EA87F-81EE-2E78-1F3F-C4CCBDD77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77AD-F376-4EFB-B6E9-35ED64A89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999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348BB-E78E-3BAD-947E-BCA5AB00F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9FEDE-A74A-90AB-408B-525C36269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7F8C3-DED5-B4A2-53B6-9B2727B8A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60DF82-ED70-6A59-F7AC-881BCC1FBB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99AF7F-05A3-8E59-7339-6A70746E1A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82ACF-79F9-5F97-DFFB-0DECDF989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AC06-9F94-4716-AB55-221ABBA98AF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DE7C1B-F3EF-C50D-3745-954711AFA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A3B8AD-D2F0-57B7-A554-7F4310643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77AD-F376-4EFB-B6E9-35ED64A89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53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188FC-766B-C3DE-465B-AEE6EFEDF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3C0233-DF6B-87F5-D57C-1F7432B18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AC06-9F94-4716-AB55-221ABBA98AF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FDB66F-2BA1-E7E5-BB27-F406EAA93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C4FFFE-69F4-4160-5698-960E118E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77AD-F376-4EFB-B6E9-35ED64A89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190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0F2CC9-4292-527D-81E1-7CD40998E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AC06-9F94-4716-AB55-221ABBA98AF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268B32-AB8D-4EFD-3721-555BA34E8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27696-06C8-C83F-D7A5-272B2BA41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77AD-F376-4EFB-B6E9-35ED64A89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596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18E07-48C6-53D9-EBF7-9D8BB0143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7A8A3-FDCE-20DB-A9AC-E5B4B1DBF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E578B6-D210-8B62-09A3-952BE89541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1FDB38-34AA-EC5C-5D7A-7FD15619F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AC06-9F94-4716-AB55-221ABBA98AF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B3D5D-6C57-8C22-3B3C-55B6C9A16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9184B-B52E-E63F-AFE3-58CF8F633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77AD-F376-4EFB-B6E9-35ED64A89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113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39D4-6419-409C-A8F3-96F893A5F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983339-DC4B-E180-7045-3BC09F3B79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33EAB0-CEEF-0589-D304-16F413B5D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3A1D1C-820E-0DE7-0700-6FE696C6D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AC06-9F94-4716-AB55-221ABBA98AF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9A50A-1571-3887-42E2-FC1DE7A85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0657F-F494-8EC6-EAB9-2A6879A93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77AD-F376-4EFB-B6E9-35ED64A89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025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423B5-CA23-2E58-F335-BEDBEC619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B4D903-CE38-E65B-D14B-700BF6335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27828-8890-D4A1-5B07-F97FE9BBF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AC06-9F94-4716-AB55-221ABBA98AF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5C3C3-AA5F-16DA-AF4A-266F5382C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57A6D-40E1-3FB2-ED15-C9D57FBA7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77AD-F376-4EFB-B6E9-35ED64A89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14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5F4B1D-8A5E-BE7C-70C9-C5E9F353BE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6F355C-D695-2175-0A65-2D3A3C354A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361E3-669A-5541-685A-D6DA204C2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AC06-9F94-4716-AB55-221ABBA98AF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150CB-29A4-EE79-B30E-4409E4B0B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78B76-291C-4DCF-D145-682116C19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77AD-F376-4EFB-B6E9-35ED64A89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118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DAFC2E-49A6-8192-EA30-63774FEF9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90488-0E6F-4525-DCD6-7A9E925F1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A581C-2EA5-6F82-BC31-51195AEFE6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69AC06-9F94-4716-AB55-221ABBA98AF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18295-48FD-1CDA-5C7A-F4042A6DC2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634D3-ADD4-64B4-935E-FD95D1DA5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1977AD-F376-4EFB-B6E9-35ED64A89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216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671" Type="http://schemas.openxmlformats.org/officeDocument/2006/relationships/image" Target="../media/image779.png"/><Relationship Id="rId769" Type="http://schemas.openxmlformats.org/officeDocument/2006/relationships/image" Target="../media/image828.png"/><Relationship Id="rId976" Type="http://schemas.openxmlformats.org/officeDocument/2006/relationships/customXml" Target="../ink/ink488.xml"/><Relationship Id="rId21" Type="http://schemas.openxmlformats.org/officeDocument/2006/relationships/customXml" Target="../ink/ink10.xml"/><Relationship Id="rId324" Type="http://schemas.openxmlformats.org/officeDocument/2006/relationships/image" Target="../media/image693.png"/><Relationship Id="rId531" Type="http://schemas.openxmlformats.org/officeDocument/2006/relationships/image" Target="../media/image709.png"/><Relationship Id="rId629" Type="http://schemas.openxmlformats.org/officeDocument/2006/relationships/image" Target="../media/image758.png"/><Relationship Id="rId170" Type="http://schemas.openxmlformats.org/officeDocument/2006/relationships/image" Target="../media/image616.png"/><Relationship Id="rId836" Type="http://schemas.openxmlformats.org/officeDocument/2006/relationships/customXml" Target="../ink/ink418.xml"/><Relationship Id="rId268" Type="http://schemas.openxmlformats.org/officeDocument/2006/relationships/image" Target="../media/image665.png"/><Relationship Id="rId475" Type="http://schemas.openxmlformats.org/officeDocument/2006/relationships/image" Target="../media/image270.png"/><Relationship Id="rId682" Type="http://schemas.openxmlformats.org/officeDocument/2006/relationships/customXml" Target="../ink/ink341.xml"/><Relationship Id="rId903" Type="http://schemas.openxmlformats.org/officeDocument/2006/relationships/image" Target="../media/image886.png"/><Relationship Id="rId32" Type="http://schemas.openxmlformats.org/officeDocument/2006/relationships/image" Target="../media/image547.png"/><Relationship Id="rId128" Type="http://schemas.openxmlformats.org/officeDocument/2006/relationships/image" Target="../media/image595.png"/><Relationship Id="rId335" Type="http://schemas.openxmlformats.org/officeDocument/2006/relationships/customXml" Target="../ink/ink167.xml"/><Relationship Id="rId542" Type="http://schemas.openxmlformats.org/officeDocument/2006/relationships/customXml" Target="../ink/ink271.xml"/><Relationship Id="rId987" Type="http://schemas.openxmlformats.org/officeDocument/2006/relationships/image" Target="../media/image928.png"/><Relationship Id="rId181" Type="http://schemas.openxmlformats.org/officeDocument/2006/relationships/customXml" Target="../ink/ink90.xml"/><Relationship Id="rId402" Type="http://schemas.openxmlformats.org/officeDocument/2006/relationships/image" Target="../media/image234.png"/><Relationship Id="rId847" Type="http://schemas.openxmlformats.org/officeDocument/2006/relationships/image" Target="../media/image450.png"/><Relationship Id="rId279" Type="http://schemas.openxmlformats.org/officeDocument/2006/relationships/customXml" Target="../ink/ink139.xml"/><Relationship Id="rId486" Type="http://schemas.openxmlformats.org/officeDocument/2006/relationships/customXml" Target="../ink/ink243.xml"/><Relationship Id="rId693" Type="http://schemas.openxmlformats.org/officeDocument/2006/relationships/image" Target="../media/image790.png"/><Relationship Id="rId707" Type="http://schemas.openxmlformats.org/officeDocument/2006/relationships/image" Target="../media/image797.png"/><Relationship Id="rId914" Type="http://schemas.openxmlformats.org/officeDocument/2006/relationships/customXml" Target="../ink/ink457.xml"/><Relationship Id="rId43" Type="http://schemas.openxmlformats.org/officeDocument/2006/relationships/customXml" Target="../ink/ink21.xml"/><Relationship Id="rId139" Type="http://schemas.openxmlformats.org/officeDocument/2006/relationships/customXml" Target="../ink/ink69.xml"/><Relationship Id="rId346" Type="http://schemas.openxmlformats.org/officeDocument/2006/relationships/image" Target="../media/image206.png"/><Relationship Id="rId553" Type="http://schemas.openxmlformats.org/officeDocument/2006/relationships/image" Target="../media/image720.png"/><Relationship Id="rId760" Type="http://schemas.openxmlformats.org/officeDocument/2006/relationships/customXml" Target="../ink/ink380.xml"/><Relationship Id="rId998" Type="http://schemas.openxmlformats.org/officeDocument/2006/relationships/customXml" Target="../ink/ink499.xml"/><Relationship Id="rId192" Type="http://schemas.openxmlformats.org/officeDocument/2006/relationships/image" Target="../media/image627.png"/><Relationship Id="rId206" Type="http://schemas.openxmlformats.org/officeDocument/2006/relationships/image" Target="../media/image634.png"/><Relationship Id="rId413" Type="http://schemas.openxmlformats.org/officeDocument/2006/relationships/image" Target="../media/image239.png"/><Relationship Id="rId858" Type="http://schemas.openxmlformats.org/officeDocument/2006/relationships/customXml" Target="../ink/ink429.xml"/><Relationship Id="rId497" Type="http://schemas.openxmlformats.org/officeDocument/2006/relationships/image" Target="../media/image281.png"/><Relationship Id="rId620" Type="http://schemas.openxmlformats.org/officeDocument/2006/relationships/customXml" Target="../ink/ink310.xml"/><Relationship Id="rId718" Type="http://schemas.openxmlformats.org/officeDocument/2006/relationships/customXml" Target="../ink/ink359.xml"/><Relationship Id="rId925" Type="http://schemas.openxmlformats.org/officeDocument/2006/relationships/image" Target="../media/image897.png"/><Relationship Id="rId357" Type="http://schemas.openxmlformats.org/officeDocument/2006/relationships/customXml" Target="../ink/ink178.xml"/><Relationship Id="rId54" Type="http://schemas.openxmlformats.org/officeDocument/2006/relationships/image" Target="../media/image558.png"/><Relationship Id="rId217" Type="http://schemas.openxmlformats.org/officeDocument/2006/relationships/customXml" Target="../ink/ink108.xml"/><Relationship Id="rId564" Type="http://schemas.openxmlformats.org/officeDocument/2006/relationships/customXml" Target="../ink/ink282.xml"/><Relationship Id="rId771" Type="http://schemas.openxmlformats.org/officeDocument/2006/relationships/image" Target="../media/image829.png"/><Relationship Id="rId869" Type="http://schemas.openxmlformats.org/officeDocument/2006/relationships/image" Target="../media/image869.png"/><Relationship Id="rId424" Type="http://schemas.openxmlformats.org/officeDocument/2006/relationships/customXml" Target="../ink/ink212.xml"/><Relationship Id="rId631" Type="http://schemas.openxmlformats.org/officeDocument/2006/relationships/image" Target="../media/image759.png"/><Relationship Id="rId729" Type="http://schemas.openxmlformats.org/officeDocument/2006/relationships/image" Target="../media/image808.png"/><Relationship Id="rId270" Type="http://schemas.openxmlformats.org/officeDocument/2006/relationships/image" Target="../media/image666.png"/><Relationship Id="rId936" Type="http://schemas.openxmlformats.org/officeDocument/2006/relationships/customXml" Target="../ink/ink468.xml"/><Relationship Id="rId65" Type="http://schemas.openxmlformats.org/officeDocument/2006/relationships/customXml" Target="../ink/ink32.xml"/><Relationship Id="rId130" Type="http://schemas.openxmlformats.org/officeDocument/2006/relationships/image" Target="../media/image596.png"/><Relationship Id="rId368" Type="http://schemas.openxmlformats.org/officeDocument/2006/relationships/image" Target="../media/image217.png"/><Relationship Id="rId575" Type="http://schemas.openxmlformats.org/officeDocument/2006/relationships/image" Target="../media/image731.png"/><Relationship Id="rId782" Type="http://schemas.openxmlformats.org/officeDocument/2006/relationships/customXml" Target="../ink/ink391.xml"/><Relationship Id="rId228" Type="http://schemas.openxmlformats.org/officeDocument/2006/relationships/image" Target="../media/image645.png"/><Relationship Id="rId435" Type="http://schemas.openxmlformats.org/officeDocument/2006/relationships/image" Target="../media/image250.png"/><Relationship Id="rId642" Type="http://schemas.openxmlformats.org/officeDocument/2006/relationships/customXml" Target="../ink/ink321.xml"/><Relationship Id="rId281" Type="http://schemas.openxmlformats.org/officeDocument/2006/relationships/customXml" Target="../ink/ink140.xml"/><Relationship Id="rId502" Type="http://schemas.openxmlformats.org/officeDocument/2006/relationships/customXml" Target="../ink/ink251.xml"/><Relationship Id="rId947" Type="http://schemas.openxmlformats.org/officeDocument/2006/relationships/image" Target="../media/image908.png"/><Relationship Id="rId76" Type="http://schemas.openxmlformats.org/officeDocument/2006/relationships/image" Target="../media/image569.png"/><Relationship Id="rId141" Type="http://schemas.openxmlformats.org/officeDocument/2006/relationships/customXml" Target="../ink/ink70.xml"/><Relationship Id="rId379" Type="http://schemas.openxmlformats.org/officeDocument/2006/relationships/customXml" Target="../ink/ink189.xml"/><Relationship Id="rId586" Type="http://schemas.openxmlformats.org/officeDocument/2006/relationships/customXml" Target="../ink/ink293.xml"/><Relationship Id="rId793" Type="http://schemas.openxmlformats.org/officeDocument/2006/relationships/image" Target="../media/image840.png"/><Relationship Id="rId807" Type="http://schemas.openxmlformats.org/officeDocument/2006/relationships/image" Target="../media/image847.png"/><Relationship Id="rId7" Type="http://schemas.openxmlformats.org/officeDocument/2006/relationships/customXml" Target="../ink/ink3.xml"/><Relationship Id="rId239" Type="http://schemas.openxmlformats.org/officeDocument/2006/relationships/customXml" Target="../ink/ink119.xml"/><Relationship Id="rId446" Type="http://schemas.openxmlformats.org/officeDocument/2006/relationships/customXml" Target="../ink/ink223.xml"/><Relationship Id="rId653" Type="http://schemas.openxmlformats.org/officeDocument/2006/relationships/image" Target="../media/image770.png"/><Relationship Id="rId292" Type="http://schemas.openxmlformats.org/officeDocument/2006/relationships/image" Target="../media/image677.png"/><Relationship Id="rId306" Type="http://schemas.openxmlformats.org/officeDocument/2006/relationships/image" Target="../media/image684.png"/><Relationship Id="rId860" Type="http://schemas.openxmlformats.org/officeDocument/2006/relationships/customXml" Target="../ink/ink430.xml"/><Relationship Id="rId958" Type="http://schemas.openxmlformats.org/officeDocument/2006/relationships/customXml" Target="../ink/ink479.xml"/><Relationship Id="rId87" Type="http://schemas.openxmlformats.org/officeDocument/2006/relationships/customXml" Target="../ink/ink43.xml"/><Relationship Id="rId513" Type="http://schemas.openxmlformats.org/officeDocument/2006/relationships/image" Target="../media/image289.png"/><Relationship Id="rId597" Type="http://schemas.openxmlformats.org/officeDocument/2006/relationships/image" Target="../media/image742.png"/><Relationship Id="rId720" Type="http://schemas.openxmlformats.org/officeDocument/2006/relationships/customXml" Target="../ink/ink360.xml"/><Relationship Id="rId818" Type="http://schemas.openxmlformats.org/officeDocument/2006/relationships/customXml" Target="../ink/ink409.xml"/><Relationship Id="rId152" Type="http://schemas.openxmlformats.org/officeDocument/2006/relationships/image" Target="../media/image607.png"/><Relationship Id="rId457" Type="http://schemas.openxmlformats.org/officeDocument/2006/relationships/image" Target="../media/image261.png"/><Relationship Id="rId1003" Type="http://schemas.openxmlformats.org/officeDocument/2006/relationships/image" Target="../media/image936.png"/><Relationship Id="rId664" Type="http://schemas.openxmlformats.org/officeDocument/2006/relationships/customXml" Target="../ink/ink332.xml"/><Relationship Id="rId871" Type="http://schemas.openxmlformats.org/officeDocument/2006/relationships/image" Target="../media/image870.png"/><Relationship Id="rId969" Type="http://schemas.openxmlformats.org/officeDocument/2006/relationships/image" Target="../media/image919.png"/><Relationship Id="rId14" Type="http://schemas.openxmlformats.org/officeDocument/2006/relationships/image" Target="../media/image538.png"/><Relationship Id="rId317" Type="http://schemas.openxmlformats.org/officeDocument/2006/relationships/customXml" Target="../ink/ink158.xml"/><Relationship Id="rId524" Type="http://schemas.openxmlformats.org/officeDocument/2006/relationships/customXml" Target="../ink/ink262.xml"/><Relationship Id="rId731" Type="http://schemas.openxmlformats.org/officeDocument/2006/relationships/image" Target="../media/image809.png"/><Relationship Id="rId98" Type="http://schemas.openxmlformats.org/officeDocument/2006/relationships/image" Target="../media/image580.png"/><Relationship Id="rId163" Type="http://schemas.openxmlformats.org/officeDocument/2006/relationships/customXml" Target="../ink/ink81.xml"/><Relationship Id="rId370" Type="http://schemas.openxmlformats.org/officeDocument/2006/relationships/image" Target="../media/image218.png"/><Relationship Id="rId829" Type="http://schemas.openxmlformats.org/officeDocument/2006/relationships/image" Target="../media/image858.png"/><Relationship Id="rId1014" Type="http://schemas.openxmlformats.org/officeDocument/2006/relationships/customXml" Target="../ink/ink507.xml"/><Relationship Id="rId230" Type="http://schemas.openxmlformats.org/officeDocument/2006/relationships/image" Target="../media/image646.png"/><Relationship Id="rId468" Type="http://schemas.openxmlformats.org/officeDocument/2006/relationships/customXml" Target="../ink/ink234.xml"/><Relationship Id="rId675" Type="http://schemas.openxmlformats.org/officeDocument/2006/relationships/image" Target="../media/image781.png"/><Relationship Id="rId882" Type="http://schemas.openxmlformats.org/officeDocument/2006/relationships/customXml" Target="../ink/ink441.xml"/><Relationship Id="rId25" Type="http://schemas.openxmlformats.org/officeDocument/2006/relationships/customXml" Target="../ink/ink12.xml"/><Relationship Id="rId328" Type="http://schemas.openxmlformats.org/officeDocument/2006/relationships/image" Target="../media/image695.png"/><Relationship Id="rId535" Type="http://schemas.openxmlformats.org/officeDocument/2006/relationships/image" Target="../media/image711.png"/><Relationship Id="rId742" Type="http://schemas.openxmlformats.org/officeDocument/2006/relationships/customXml" Target="../ink/ink371.xml"/><Relationship Id="rId174" Type="http://schemas.openxmlformats.org/officeDocument/2006/relationships/image" Target="../media/image618.png"/><Relationship Id="rId381" Type="http://schemas.openxmlformats.org/officeDocument/2006/relationships/customXml" Target="../ink/ink190.xml"/><Relationship Id="rId602" Type="http://schemas.openxmlformats.org/officeDocument/2006/relationships/customXml" Target="../ink/ink301.xml"/><Relationship Id="rId241" Type="http://schemas.openxmlformats.org/officeDocument/2006/relationships/customXml" Target="../ink/ink120.xml"/><Relationship Id="rId479" Type="http://schemas.openxmlformats.org/officeDocument/2006/relationships/image" Target="../media/image272.png"/><Relationship Id="rId686" Type="http://schemas.openxmlformats.org/officeDocument/2006/relationships/customXml" Target="../ink/ink343.xml"/><Relationship Id="rId893" Type="http://schemas.openxmlformats.org/officeDocument/2006/relationships/image" Target="../media/image881.png"/><Relationship Id="rId907" Type="http://schemas.openxmlformats.org/officeDocument/2006/relationships/image" Target="../media/image888.png"/><Relationship Id="rId36" Type="http://schemas.openxmlformats.org/officeDocument/2006/relationships/image" Target="../media/image549.png"/><Relationship Id="rId339" Type="http://schemas.openxmlformats.org/officeDocument/2006/relationships/customXml" Target="../ink/ink169.xml"/><Relationship Id="rId546" Type="http://schemas.openxmlformats.org/officeDocument/2006/relationships/customXml" Target="../ink/ink273.xml"/><Relationship Id="rId753" Type="http://schemas.openxmlformats.org/officeDocument/2006/relationships/image" Target="../media/image820.png"/><Relationship Id="rId101" Type="http://schemas.openxmlformats.org/officeDocument/2006/relationships/customXml" Target="../ink/ink50.xml"/><Relationship Id="rId185" Type="http://schemas.openxmlformats.org/officeDocument/2006/relationships/customXml" Target="../ink/ink92.xml"/><Relationship Id="rId406" Type="http://schemas.openxmlformats.org/officeDocument/2006/relationships/customXml" Target="../ink/ink203.xml"/><Relationship Id="rId960" Type="http://schemas.openxmlformats.org/officeDocument/2006/relationships/customXml" Target="../ink/ink480.xml"/><Relationship Id="rId392" Type="http://schemas.openxmlformats.org/officeDocument/2006/relationships/image" Target="../media/image229.png"/><Relationship Id="rId613" Type="http://schemas.openxmlformats.org/officeDocument/2006/relationships/image" Target="../media/image750.png"/><Relationship Id="rId697" Type="http://schemas.openxmlformats.org/officeDocument/2006/relationships/image" Target="../media/image792.png"/><Relationship Id="rId820" Type="http://schemas.openxmlformats.org/officeDocument/2006/relationships/customXml" Target="../ink/ink410.xml"/><Relationship Id="rId918" Type="http://schemas.openxmlformats.org/officeDocument/2006/relationships/customXml" Target="../ink/ink459.xml"/><Relationship Id="rId252" Type="http://schemas.openxmlformats.org/officeDocument/2006/relationships/image" Target="../media/image657.png"/><Relationship Id="rId47" Type="http://schemas.openxmlformats.org/officeDocument/2006/relationships/customXml" Target="../ink/ink23.xml"/><Relationship Id="rId112" Type="http://schemas.openxmlformats.org/officeDocument/2006/relationships/image" Target="../media/image587.png"/><Relationship Id="rId557" Type="http://schemas.openxmlformats.org/officeDocument/2006/relationships/image" Target="../media/image722.png"/><Relationship Id="rId764" Type="http://schemas.openxmlformats.org/officeDocument/2006/relationships/customXml" Target="../ink/ink382.xml"/><Relationship Id="rId971" Type="http://schemas.openxmlformats.org/officeDocument/2006/relationships/image" Target="../media/image920.png"/><Relationship Id="rId196" Type="http://schemas.openxmlformats.org/officeDocument/2006/relationships/image" Target="../media/image629.png"/><Relationship Id="rId417" Type="http://schemas.openxmlformats.org/officeDocument/2006/relationships/image" Target="../media/image241.png"/><Relationship Id="rId624" Type="http://schemas.openxmlformats.org/officeDocument/2006/relationships/customXml" Target="../ink/ink312.xml"/><Relationship Id="rId831" Type="http://schemas.openxmlformats.org/officeDocument/2006/relationships/image" Target="../media/image859.png"/><Relationship Id="rId263" Type="http://schemas.openxmlformats.org/officeDocument/2006/relationships/customXml" Target="../ink/ink131.xml"/><Relationship Id="rId470" Type="http://schemas.openxmlformats.org/officeDocument/2006/relationships/customXml" Target="../ink/ink235.xml"/><Relationship Id="rId929" Type="http://schemas.openxmlformats.org/officeDocument/2006/relationships/image" Target="../media/image899.png"/><Relationship Id="rId58" Type="http://schemas.openxmlformats.org/officeDocument/2006/relationships/image" Target="../media/image560.png"/><Relationship Id="rId123" Type="http://schemas.openxmlformats.org/officeDocument/2006/relationships/customXml" Target="../ink/ink61.xml"/><Relationship Id="rId330" Type="http://schemas.openxmlformats.org/officeDocument/2006/relationships/image" Target="../media/image696.png"/><Relationship Id="rId568" Type="http://schemas.openxmlformats.org/officeDocument/2006/relationships/customXml" Target="../ink/ink284.xml"/><Relationship Id="rId775" Type="http://schemas.openxmlformats.org/officeDocument/2006/relationships/image" Target="../media/image831.png"/><Relationship Id="rId982" Type="http://schemas.openxmlformats.org/officeDocument/2006/relationships/customXml" Target="../ink/ink491.xml"/><Relationship Id="rId428" Type="http://schemas.openxmlformats.org/officeDocument/2006/relationships/customXml" Target="../ink/ink214.xml"/><Relationship Id="rId635" Type="http://schemas.openxmlformats.org/officeDocument/2006/relationships/image" Target="../media/image761.png"/><Relationship Id="rId842" Type="http://schemas.openxmlformats.org/officeDocument/2006/relationships/customXml" Target="../ink/ink421.xml"/><Relationship Id="rId274" Type="http://schemas.openxmlformats.org/officeDocument/2006/relationships/image" Target="../media/image668.png"/><Relationship Id="rId481" Type="http://schemas.openxmlformats.org/officeDocument/2006/relationships/image" Target="../media/image273.png"/><Relationship Id="rId702" Type="http://schemas.openxmlformats.org/officeDocument/2006/relationships/customXml" Target="../ink/ink351.xml"/><Relationship Id="rId69" Type="http://schemas.openxmlformats.org/officeDocument/2006/relationships/customXml" Target="../ink/ink34.xml"/><Relationship Id="rId134" Type="http://schemas.openxmlformats.org/officeDocument/2006/relationships/image" Target="../media/image598.png"/><Relationship Id="rId579" Type="http://schemas.openxmlformats.org/officeDocument/2006/relationships/image" Target="../media/image733.png"/><Relationship Id="rId786" Type="http://schemas.openxmlformats.org/officeDocument/2006/relationships/customXml" Target="../ink/ink393.xml"/><Relationship Id="rId993" Type="http://schemas.openxmlformats.org/officeDocument/2006/relationships/image" Target="../media/image931.png"/><Relationship Id="rId341" Type="http://schemas.openxmlformats.org/officeDocument/2006/relationships/customXml" Target="../ink/ink170.xml"/><Relationship Id="rId439" Type="http://schemas.openxmlformats.org/officeDocument/2006/relationships/image" Target="../media/image252.png"/><Relationship Id="rId646" Type="http://schemas.openxmlformats.org/officeDocument/2006/relationships/customXml" Target="../ink/ink323.xml"/><Relationship Id="rId201" Type="http://schemas.openxmlformats.org/officeDocument/2006/relationships/customXml" Target="../ink/ink100.xml"/><Relationship Id="rId285" Type="http://schemas.openxmlformats.org/officeDocument/2006/relationships/customXml" Target="../ink/ink142.xml"/><Relationship Id="rId506" Type="http://schemas.openxmlformats.org/officeDocument/2006/relationships/customXml" Target="../ink/ink253.xml"/><Relationship Id="rId853" Type="http://schemas.openxmlformats.org/officeDocument/2006/relationships/image" Target="../media/image453.png"/><Relationship Id="rId492" Type="http://schemas.openxmlformats.org/officeDocument/2006/relationships/customXml" Target="../ink/ink246.xml"/><Relationship Id="rId713" Type="http://schemas.openxmlformats.org/officeDocument/2006/relationships/image" Target="../media/image800.png"/><Relationship Id="rId797" Type="http://schemas.openxmlformats.org/officeDocument/2006/relationships/image" Target="../media/image842.png"/><Relationship Id="rId920" Type="http://schemas.openxmlformats.org/officeDocument/2006/relationships/customXml" Target="../ink/ink460.xml"/><Relationship Id="rId145" Type="http://schemas.openxmlformats.org/officeDocument/2006/relationships/customXml" Target="../ink/ink72.xml"/><Relationship Id="rId352" Type="http://schemas.openxmlformats.org/officeDocument/2006/relationships/image" Target="../media/image209.png"/><Relationship Id="rId212" Type="http://schemas.openxmlformats.org/officeDocument/2006/relationships/image" Target="../media/image637.png"/><Relationship Id="rId657" Type="http://schemas.openxmlformats.org/officeDocument/2006/relationships/image" Target="../media/image772.png"/><Relationship Id="rId864" Type="http://schemas.openxmlformats.org/officeDocument/2006/relationships/customXml" Target="../ink/ink432.xml"/><Relationship Id="rId296" Type="http://schemas.openxmlformats.org/officeDocument/2006/relationships/image" Target="../media/image679.png"/><Relationship Id="rId517" Type="http://schemas.openxmlformats.org/officeDocument/2006/relationships/image" Target="../media/image702.png"/><Relationship Id="rId724" Type="http://schemas.openxmlformats.org/officeDocument/2006/relationships/customXml" Target="../ink/ink362.xml"/><Relationship Id="rId931" Type="http://schemas.openxmlformats.org/officeDocument/2006/relationships/image" Target="../media/image900.png"/><Relationship Id="rId60" Type="http://schemas.openxmlformats.org/officeDocument/2006/relationships/image" Target="../media/image561.png"/><Relationship Id="rId156" Type="http://schemas.openxmlformats.org/officeDocument/2006/relationships/image" Target="../media/image609.png"/><Relationship Id="rId363" Type="http://schemas.openxmlformats.org/officeDocument/2006/relationships/customXml" Target="../ink/ink181.xml"/><Relationship Id="rId570" Type="http://schemas.openxmlformats.org/officeDocument/2006/relationships/customXml" Target="../ink/ink285.xml"/><Relationship Id="rId1007" Type="http://schemas.openxmlformats.org/officeDocument/2006/relationships/image" Target="../media/image938.png"/><Relationship Id="rId223" Type="http://schemas.openxmlformats.org/officeDocument/2006/relationships/customXml" Target="../ink/ink111.xml"/><Relationship Id="rId430" Type="http://schemas.openxmlformats.org/officeDocument/2006/relationships/customXml" Target="../ink/ink215.xml"/><Relationship Id="rId668" Type="http://schemas.openxmlformats.org/officeDocument/2006/relationships/customXml" Target="../ink/ink334.xml"/><Relationship Id="rId875" Type="http://schemas.openxmlformats.org/officeDocument/2006/relationships/image" Target="../media/image872.png"/><Relationship Id="rId18" Type="http://schemas.openxmlformats.org/officeDocument/2006/relationships/image" Target="../media/image540.png"/><Relationship Id="rId528" Type="http://schemas.openxmlformats.org/officeDocument/2006/relationships/customXml" Target="../ink/ink264.xml"/><Relationship Id="rId735" Type="http://schemas.openxmlformats.org/officeDocument/2006/relationships/image" Target="../media/image811.png"/><Relationship Id="rId942" Type="http://schemas.openxmlformats.org/officeDocument/2006/relationships/customXml" Target="../ink/ink471.xml"/><Relationship Id="rId167" Type="http://schemas.openxmlformats.org/officeDocument/2006/relationships/customXml" Target="../ink/ink83.xml"/><Relationship Id="rId374" Type="http://schemas.openxmlformats.org/officeDocument/2006/relationships/image" Target="../media/image220.png"/><Relationship Id="rId581" Type="http://schemas.openxmlformats.org/officeDocument/2006/relationships/image" Target="../media/image734.png"/><Relationship Id="rId1018" Type="http://schemas.openxmlformats.org/officeDocument/2006/relationships/customXml" Target="../ink/ink509.xml"/><Relationship Id="rId71" Type="http://schemas.openxmlformats.org/officeDocument/2006/relationships/customXml" Target="../ink/ink35.xml"/><Relationship Id="rId234" Type="http://schemas.openxmlformats.org/officeDocument/2006/relationships/image" Target="../media/image648.png"/><Relationship Id="rId679" Type="http://schemas.openxmlformats.org/officeDocument/2006/relationships/image" Target="../media/image783.png"/><Relationship Id="rId802" Type="http://schemas.openxmlformats.org/officeDocument/2006/relationships/customXml" Target="../ink/ink401.xml"/><Relationship Id="rId886" Type="http://schemas.openxmlformats.org/officeDocument/2006/relationships/customXml" Target="../ink/ink443.xml"/><Relationship Id="rId2" Type="http://schemas.openxmlformats.org/officeDocument/2006/relationships/image" Target="../media/image2.png"/><Relationship Id="rId29" Type="http://schemas.openxmlformats.org/officeDocument/2006/relationships/customXml" Target="../ink/ink14.xml"/><Relationship Id="rId441" Type="http://schemas.openxmlformats.org/officeDocument/2006/relationships/image" Target="../media/image253.png"/><Relationship Id="rId539" Type="http://schemas.openxmlformats.org/officeDocument/2006/relationships/image" Target="../media/image713.png"/><Relationship Id="rId746" Type="http://schemas.openxmlformats.org/officeDocument/2006/relationships/customXml" Target="../ink/ink373.xml"/><Relationship Id="rId178" Type="http://schemas.openxmlformats.org/officeDocument/2006/relationships/image" Target="../media/image620.png"/><Relationship Id="rId301" Type="http://schemas.openxmlformats.org/officeDocument/2006/relationships/customXml" Target="../ink/ink150.xml"/><Relationship Id="rId953" Type="http://schemas.openxmlformats.org/officeDocument/2006/relationships/image" Target="../media/image911.png"/><Relationship Id="rId82" Type="http://schemas.openxmlformats.org/officeDocument/2006/relationships/image" Target="../media/image572.png"/><Relationship Id="rId385" Type="http://schemas.openxmlformats.org/officeDocument/2006/relationships/customXml" Target="../ink/ink192.xml"/><Relationship Id="rId592" Type="http://schemas.openxmlformats.org/officeDocument/2006/relationships/customXml" Target="../ink/ink296.xml"/><Relationship Id="rId606" Type="http://schemas.openxmlformats.org/officeDocument/2006/relationships/customXml" Target="../ink/ink303.xml"/><Relationship Id="rId813" Type="http://schemas.openxmlformats.org/officeDocument/2006/relationships/image" Target="../media/image850.png"/><Relationship Id="rId245" Type="http://schemas.openxmlformats.org/officeDocument/2006/relationships/customXml" Target="../ink/ink122.xml"/><Relationship Id="rId452" Type="http://schemas.openxmlformats.org/officeDocument/2006/relationships/customXml" Target="../ink/ink226.xml"/><Relationship Id="rId897" Type="http://schemas.openxmlformats.org/officeDocument/2006/relationships/image" Target="../media/image883.png"/><Relationship Id="rId105" Type="http://schemas.openxmlformats.org/officeDocument/2006/relationships/customXml" Target="../ink/ink52.xml"/><Relationship Id="rId312" Type="http://schemas.openxmlformats.org/officeDocument/2006/relationships/image" Target="../media/image687.png"/><Relationship Id="rId757" Type="http://schemas.openxmlformats.org/officeDocument/2006/relationships/image" Target="../media/image822.png"/><Relationship Id="rId964" Type="http://schemas.openxmlformats.org/officeDocument/2006/relationships/customXml" Target="../ink/ink482.xml"/><Relationship Id="rId93" Type="http://schemas.openxmlformats.org/officeDocument/2006/relationships/customXml" Target="../ink/ink46.xml"/><Relationship Id="rId189" Type="http://schemas.openxmlformats.org/officeDocument/2006/relationships/customXml" Target="../ink/ink94.xml"/><Relationship Id="rId396" Type="http://schemas.openxmlformats.org/officeDocument/2006/relationships/image" Target="../media/image231.png"/><Relationship Id="rId617" Type="http://schemas.openxmlformats.org/officeDocument/2006/relationships/image" Target="../media/image752.png"/><Relationship Id="rId824" Type="http://schemas.openxmlformats.org/officeDocument/2006/relationships/customXml" Target="../ink/ink412.xml"/><Relationship Id="rId256" Type="http://schemas.openxmlformats.org/officeDocument/2006/relationships/image" Target="../media/image659.png"/><Relationship Id="rId463" Type="http://schemas.openxmlformats.org/officeDocument/2006/relationships/image" Target="../media/image264.png"/><Relationship Id="rId670" Type="http://schemas.openxmlformats.org/officeDocument/2006/relationships/customXml" Target="../ink/ink335.xml"/><Relationship Id="rId116" Type="http://schemas.openxmlformats.org/officeDocument/2006/relationships/image" Target="../media/image589.png"/><Relationship Id="rId323" Type="http://schemas.openxmlformats.org/officeDocument/2006/relationships/customXml" Target="../ink/ink161.xml"/><Relationship Id="rId530" Type="http://schemas.openxmlformats.org/officeDocument/2006/relationships/customXml" Target="../ink/ink265.xml"/><Relationship Id="rId768" Type="http://schemas.openxmlformats.org/officeDocument/2006/relationships/customXml" Target="../ink/ink384.xml"/><Relationship Id="rId975" Type="http://schemas.openxmlformats.org/officeDocument/2006/relationships/image" Target="../media/image922.png"/><Relationship Id="rId20" Type="http://schemas.openxmlformats.org/officeDocument/2006/relationships/image" Target="../media/image541.png"/><Relationship Id="rId628" Type="http://schemas.openxmlformats.org/officeDocument/2006/relationships/customXml" Target="../ink/ink314.xml"/><Relationship Id="rId835" Type="http://schemas.openxmlformats.org/officeDocument/2006/relationships/image" Target="../media/image861.png"/><Relationship Id="rId267" Type="http://schemas.openxmlformats.org/officeDocument/2006/relationships/customXml" Target="../ink/ink133.xml"/><Relationship Id="rId474" Type="http://schemas.openxmlformats.org/officeDocument/2006/relationships/customXml" Target="../ink/ink237.xml"/><Relationship Id="rId127" Type="http://schemas.openxmlformats.org/officeDocument/2006/relationships/customXml" Target="../ink/ink63.xml"/><Relationship Id="rId681" Type="http://schemas.openxmlformats.org/officeDocument/2006/relationships/image" Target="../media/image784.png"/><Relationship Id="rId779" Type="http://schemas.openxmlformats.org/officeDocument/2006/relationships/image" Target="../media/image833.png"/><Relationship Id="rId902" Type="http://schemas.openxmlformats.org/officeDocument/2006/relationships/customXml" Target="../ink/ink451.xml"/><Relationship Id="rId986" Type="http://schemas.openxmlformats.org/officeDocument/2006/relationships/customXml" Target="../ink/ink493.xml"/><Relationship Id="rId31" Type="http://schemas.openxmlformats.org/officeDocument/2006/relationships/customXml" Target="../ink/ink15.xml"/><Relationship Id="rId334" Type="http://schemas.openxmlformats.org/officeDocument/2006/relationships/image" Target="../media/image698.png"/><Relationship Id="rId541" Type="http://schemas.openxmlformats.org/officeDocument/2006/relationships/image" Target="../media/image714.png"/><Relationship Id="rId639" Type="http://schemas.openxmlformats.org/officeDocument/2006/relationships/image" Target="../media/image763.png"/><Relationship Id="rId180" Type="http://schemas.openxmlformats.org/officeDocument/2006/relationships/image" Target="../media/image621.png"/><Relationship Id="rId278" Type="http://schemas.openxmlformats.org/officeDocument/2006/relationships/image" Target="../media/image670.png"/><Relationship Id="rId401" Type="http://schemas.openxmlformats.org/officeDocument/2006/relationships/customXml" Target="../ink/ink200.xml"/><Relationship Id="rId846" Type="http://schemas.openxmlformats.org/officeDocument/2006/relationships/customXml" Target="../ink/ink423.xml"/><Relationship Id="rId485" Type="http://schemas.openxmlformats.org/officeDocument/2006/relationships/image" Target="../media/image275.png"/><Relationship Id="rId692" Type="http://schemas.openxmlformats.org/officeDocument/2006/relationships/customXml" Target="../ink/ink346.xml"/><Relationship Id="rId706" Type="http://schemas.openxmlformats.org/officeDocument/2006/relationships/customXml" Target="../ink/ink353.xml"/><Relationship Id="rId913" Type="http://schemas.openxmlformats.org/officeDocument/2006/relationships/image" Target="../media/image891.png"/><Relationship Id="rId42" Type="http://schemas.openxmlformats.org/officeDocument/2006/relationships/image" Target="../media/image552.png"/><Relationship Id="rId138" Type="http://schemas.openxmlformats.org/officeDocument/2006/relationships/image" Target="../media/image600.png"/><Relationship Id="rId345" Type="http://schemas.openxmlformats.org/officeDocument/2006/relationships/customXml" Target="../ink/ink172.xml"/><Relationship Id="rId552" Type="http://schemas.openxmlformats.org/officeDocument/2006/relationships/customXml" Target="../ink/ink276.xml"/><Relationship Id="rId997" Type="http://schemas.openxmlformats.org/officeDocument/2006/relationships/image" Target="../media/image933.png"/><Relationship Id="rId191" Type="http://schemas.openxmlformats.org/officeDocument/2006/relationships/customXml" Target="../ink/ink95.xml"/><Relationship Id="rId205" Type="http://schemas.openxmlformats.org/officeDocument/2006/relationships/customXml" Target="../ink/ink102.xml"/><Relationship Id="rId412" Type="http://schemas.openxmlformats.org/officeDocument/2006/relationships/customXml" Target="../ink/ink206.xml"/><Relationship Id="rId857" Type="http://schemas.openxmlformats.org/officeDocument/2006/relationships/image" Target="../media/image863.png"/><Relationship Id="rId289" Type="http://schemas.openxmlformats.org/officeDocument/2006/relationships/customXml" Target="../ink/ink144.xml"/><Relationship Id="rId496" Type="http://schemas.openxmlformats.org/officeDocument/2006/relationships/customXml" Target="../ink/ink248.xml"/><Relationship Id="rId717" Type="http://schemas.openxmlformats.org/officeDocument/2006/relationships/image" Target="../media/image802.png"/><Relationship Id="rId924" Type="http://schemas.openxmlformats.org/officeDocument/2006/relationships/customXml" Target="../ink/ink462.xml"/><Relationship Id="rId53" Type="http://schemas.openxmlformats.org/officeDocument/2006/relationships/customXml" Target="../ink/ink26.xml"/><Relationship Id="rId149" Type="http://schemas.openxmlformats.org/officeDocument/2006/relationships/customXml" Target="../ink/ink74.xml"/><Relationship Id="rId356" Type="http://schemas.openxmlformats.org/officeDocument/2006/relationships/image" Target="../media/image211.png"/><Relationship Id="rId563" Type="http://schemas.openxmlformats.org/officeDocument/2006/relationships/image" Target="../media/image725.png"/><Relationship Id="rId770" Type="http://schemas.openxmlformats.org/officeDocument/2006/relationships/customXml" Target="../ink/ink385.xml"/><Relationship Id="rId216" Type="http://schemas.openxmlformats.org/officeDocument/2006/relationships/image" Target="../media/image639.png"/><Relationship Id="rId423" Type="http://schemas.openxmlformats.org/officeDocument/2006/relationships/image" Target="../media/image244.png"/><Relationship Id="rId868" Type="http://schemas.openxmlformats.org/officeDocument/2006/relationships/customXml" Target="../ink/ink434.xml"/><Relationship Id="rId630" Type="http://schemas.openxmlformats.org/officeDocument/2006/relationships/customXml" Target="../ink/ink315.xml"/><Relationship Id="rId728" Type="http://schemas.openxmlformats.org/officeDocument/2006/relationships/customXml" Target="../ink/ink364.xml"/><Relationship Id="rId935" Type="http://schemas.openxmlformats.org/officeDocument/2006/relationships/image" Target="../media/image902.png"/><Relationship Id="rId64" Type="http://schemas.openxmlformats.org/officeDocument/2006/relationships/image" Target="../media/image563.png"/><Relationship Id="rId367" Type="http://schemas.openxmlformats.org/officeDocument/2006/relationships/customXml" Target="../ink/ink183.xml"/><Relationship Id="rId574" Type="http://schemas.openxmlformats.org/officeDocument/2006/relationships/customXml" Target="../ink/ink287.xml"/><Relationship Id="rId227" Type="http://schemas.openxmlformats.org/officeDocument/2006/relationships/customXml" Target="../ink/ink113.xml"/><Relationship Id="rId781" Type="http://schemas.openxmlformats.org/officeDocument/2006/relationships/image" Target="../media/image834.png"/><Relationship Id="rId879" Type="http://schemas.openxmlformats.org/officeDocument/2006/relationships/image" Target="../media/image874.png"/><Relationship Id="rId434" Type="http://schemas.openxmlformats.org/officeDocument/2006/relationships/customXml" Target="../ink/ink217.xml"/><Relationship Id="rId641" Type="http://schemas.openxmlformats.org/officeDocument/2006/relationships/image" Target="../media/image764.png"/><Relationship Id="rId739" Type="http://schemas.openxmlformats.org/officeDocument/2006/relationships/image" Target="../media/image813.png"/><Relationship Id="rId280" Type="http://schemas.openxmlformats.org/officeDocument/2006/relationships/image" Target="../media/image671.png"/><Relationship Id="rId501" Type="http://schemas.openxmlformats.org/officeDocument/2006/relationships/image" Target="../media/image283.png"/><Relationship Id="rId946" Type="http://schemas.openxmlformats.org/officeDocument/2006/relationships/customXml" Target="../ink/ink473.xml"/><Relationship Id="rId75" Type="http://schemas.openxmlformats.org/officeDocument/2006/relationships/customXml" Target="../ink/ink37.xml"/><Relationship Id="rId140" Type="http://schemas.openxmlformats.org/officeDocument/2006/relationships/image" Target="../media/image601.png"/><Relationship Id="rId378" Type="http://schemas.openxmlformats.org/officeDocument/2006/relationships/image" Target="../media/image222.png"/><Relationship Id="rId585" Type="http://schemas.openxmlformats.org/officeDocument/2006/relationships/image" Target="../media/image736.png"/><Relationship Id="rId792" Type="http://schemas.openxmlformats.org/officeDocument/2006/relationships/customXml" Target="../ink/ink396.xml"/><Relationship Id="rId806" Type="http://schemas.openxmlformats.org/officeDocument/2006/relationships/customXml" Target="../ink/ink403.xml"/><Relationship Id="rId6" Type="http://schemas.openxmlformats.org/officeDocument/2006/relationships/image" Target="../media/image534.png"/><Relationship Id="rId238" Type="http://schemas.openxmlformats.org/officeDocument/2006/relationships/image" Target="../media/image650.png"/><Relationship Id="rId445" Type="http://schemas.openxmlformats.org/officeDocument/2006/relationships/image" Target="../media/image255.png"/><Relationship Id="rId652" Type="http://schemas.openxmlformats.org/officeDocument/2006/relationships/customXml" Target="../ink/ink326.xml"/><Relationship Id="rId291" Type="http://schemas.openxmlformats.org/officeDocument/2006/relationships/customXml" Target="../ink/ink145.xml"/><Relationship Id="rId305" Type="http://schemas.openxmlformats.org/officeDocument/2006/relationships/customXml" Target="../ink/ink152.xml"/><Relationship Id="rId512" Type="http://schemas.openxmlformats.org/officeDocument/2006/relationships/customXml" Target="../ink/ink256.xml"/><Relationship Id="rId957" Type="http://schemas.openxmlformats.org/officeDocument/2006/relationships/image" Target="../media/image913.png"/><Relationship Id="rId86" Type="http://schemas.openxmlformats.org/officeDocument/2006/relationships/image" Target="../media/image574.png"/><Relationship Id="rId151" Type="http://schemas.openxmlformats.org/officeDocument/2006/relationships/customXml" Target="../ink/ink75.xml"/><Relationship Id="rId389" Type="http://schemas.openxmlformats.org/officeDocument/2006/relationships/customXml" Target="../ink/ink194.xml"/><Relationship Id="rId596" Type="http://schemas.openxmlformats.org/officeDocument/2006/relationships/customXml" Target="../ink/ink298.xml"/><Relationship Id="rId817" Type="http://schemas.openxmlformats.org/officeDocument/2006/relationships/image" Target="../media/image852.png"/><Relationship Id="rId1002" Type="http://schemas.openxmlformats.org/officeDocument/2006/relationships/customXml" Target="../ink/ink501.xml"/><Relationship Id="rId249" Type="http://schemas.openxmlformats.org/officeDocument/2006/relationships/customXml" Target="../ink/ink124.xml"/><Relationship Id="rId456" Type="http://schemas.openxmlformats.org/officeDocument/2006/relationships/customXml" Target="../ink/ink228.xml"/><Relationship Id="rId663" Type="http://schemas.openxmlformats.org/officeDocument/2006/relationships/image" Target="../media/image775.png"/><Relationship Id="rId870" Type="http://schemas.openxmlformats.org/officeDocument/2006/relationships/customXml" Target="../ink/ink435.xml"/><Relationship Id="rId13" Type="http://schemas.openxmlformats.org/officeDocument/2006/relationships/customXml" Target="../ink/ink6.xml"/><Relationship Id="rId109" Type="http://schemas.openxmlformats.org/officeDocument/2006/relationships/customXml" Target="../ink/ink54.xml"/><Relationship Id="rId316" Type="http://schemas.openxmlformats.org/officeDocument/2006/relationships/image" Target="../media/image689.png"/><Relationship Id="rId523" Type="http://schemas.openxmlformats.org/officeDocument/2006/relationships/image" Target="../media/image705.png"/><Relationship Id="rId968" Type="http://schemas.openxmlformats.org/officeDocument/2006/relationships/customXml" Target="../ink/ink484.xml"/><Relationship Id="rId97" Type="http://schemas.openxmlformats.org/officeDocument/2006/relationships/customXml" Target="../ink/ink48.xml"/><Relationship Id="rId730" Type="http://schemas.openxmlformats.org/officeDocument/2006/relationships/customXml" Target="../ink/ink365.xml"/><Relationship Id="rId828" Type="http://schemas.openxmlformats.org/officeDocument/2006/relationships/customXml" Target="../ink/ink414.xml"/><Relationship Id="rId1013" Type="http://schemas.openxmlformats.org/officeDocument/2006/relationships/image" Target="../media/image941.png"/><Relationship Id="rId162" Type="http://schemas.openxmlformats.org/officeDocument/2006/relationships/image" Target="../media/image612.png"/><Relationship Id="rId467" Type="http://schemas.openxmlformats.org/officeDocument/2006/relationships/image" Target="../media/image266.png"/><Relationship Id="rId674" Type="http://schemas.openxmlformats.org/officeDocument/2006/relationships/customXml" Target="../ink/ink337.xml"/><Relationship Id="rId881" Type="http://schemas.openxmlformats.org/officeDocument/2006/relationships/image" Target="../media/image875.png"/><Relationship Id="rId979" Type="http://schemas.openxmlformats.org/officeDocument/2006/relationships/image" Target="../media/image924.png"/><Relationship Id="rId24" Type="http://schemas.openxmlformats.org/officeDocument/2006/relationships/image" Target="../media/image543.png"/><Relationship Id="rId327" Type="http://schemas.openxmlformats.org/officeDocument/2006/relationships/customXml" Target="../ink/ink163.xml"/><Relationship Id="rId534" Type="http://schemas.openxmlformats.org/officeDocument/2006/relationships/customXml" Target="../ink/ink267.xml"/><Relationship Id="rId741" Type="http://schemas.openxmlformats.org/officeDocument/2006/relationships/image" Target="../media/image814.png"/><Relationship Id="rId839" Type="http://schemas.openxmlformats.org/officeDocument/2006/relationships/image" Target="../media/image446.png"/><Relationship Id="rId173" Type="http://schemas.openxmlformats.org/officeDocument/2006/relationships/customXml" Target="../ink/ink86.xml"/><Relationship Id="rId380" Type="http://schemas.openxmlformats.org/officeDocument/2006/relationships/image" Target="../media/image223.png"/><Relationship Id="rId601" Type="http://schemas.openxmlformats.org/officeDocument/2006/relationships/image" Target="../media/image744.png"/><Relationship Id="rId240" Type="http://schemas.openxmlformats.org/officeDocument/2006/relationships/image" Target="../media/image651.png"/><Relationship Id="rId478" Type="http://schemas.openxmlformats.org/officeDocument/2006/relationships/customXml" Target="../ink/ink239.xml"/><Relationship Id="rId685" Type="http://schemas.openxmlformats.org/officeDocument/2006/relationships/image" Target="../media/image786.png"/><Relationship Id="rId892" Type="http://schemas.openxmlformats.org/officeDocument/2006/relationships/customXml" Target="../ink/ink446.xml"/><Relationship Id="rId906" Type="http://schemas.openxmlformats.org/officeDocument/2006/relationships/customXml" Target="../ink/ink453.xml"/><Relationship Id="rId35" Type="http://schemas.openxmlformats.org/officeDocument/2006/relationships/customXml" Target="../ink/ink17.xml"/><Relationship Id="rId100" Type="http://schemas.openxmlformats.org/officeDocument/2006/relationships/image" Target="../media/image581.png"/><Relationship Id="rId338" Type="http://schemas.openxmlformats.org/officeDocument/2006/relationships/image" Target="../media/image700.png"/><Relationship Id="rId545" Type="http://schemas.openxmlformats.org/officeDocument/2006/relationships/image" Target="../media/image716.png"/><Relationship Id="rId752" Type="http://schemas.openxmlformats.org/officeDocument/2006/relationships/customXml" Target="../ink/ink376.xml"/><Relationship Id="rId184" Type="http://schemas.openxmlformats.org/officeDocument/2006/relationships/image" Target="../media/image623.png"/><Relationship Id="rId391" Type="http://schemas.openxmlformats.org/officeDocument/2006/relationships/customXml" Target="../ink/ink195.xml"/><Relationship Id="rId405" Type="http://schemas.openxmlformats.org/officeDocument/2006/relationships/customXml" Target="../ink/ink202.xml"/><Relationship Id="rId612" Type="http://schemas.openxmlformats.org/officeDocument/2006/relationships/customXml" Target="../ink/ink306.xml"/><Relationship Id="rId251" Type="http://schemas.openxmlformats.org/officeDocument/2006/relationships/customXml" Target="../ink/ink125.xml"/><Relationship Id="rId489" Type="http://schemas.openxmlformats.org/officeDocument/2006/relationships/image" Target="../media/image277.png"/><Relationship Id="rId696" Type="http://schemas.openxmlformats.org/officeDocument/2006/relationships/customXml" Target="../ink/ink348.xml"/><Relationship Id="rId917" Type="http://schemas.openxmlformats.org/officeDocument/2006/relationships/image" Target="../media/image893.png"/><Relationship Id="rId46" Type="http://schemas.openxmlformats.org/officeDocument/2006/relationships/image" Target="../media/image554.png"/><Relationship Id="rId349" Type="http://schemas.openxmlformats.org/officeDocument/2006/relationships/customXml" Target="../ink/ink174.xml"/><Relationship Id="rId556" Type="http://schemas.openxmlformats.org/officeDocument/2006/relationships/customXml" Target="../ink/ink278.xml"/><Relationship Id="rId763" Type="http://schemas.openxmlformats.org/officeDocument/2006/relationships/image" Target="../media/image825.png"/><Relationship Id="rId111" Type="http://schemas.openxmlformats.org/officeDocument/2006/relationships/customXml" Target="../ink/ink55.xml"/><Relationship Id="rId195" Type="http://schemas.openxmlformats.org/officeDocument/2006/relationships/customXml" Target="../ink/ink97.xml"/><Relationship Id="rId209" Type="http://schemas.openxmlformats.org/officeDocument/2006/relationships/customXml" Target="../ink/ink104.xml"/><Relationship Id="rId416" Type="http://schemas.openxmlformats.org/officeDocument/2006/relationships/customXml" Target="../ink/ink208.xml"/><Relationship Id="rId970" Type="http://schemas.openxmlformats.org/officeDocument/2006/relationships/customXml" Target="../ink/ink485.xml"/><Relationship Id="rId623" Type="http://schemas.openxmlformats.org/officeDocument/2006/relationships/image" Target="../media/image755.png"/><Relationship Id="rId830" Type="http://schemas.openxmlformats.org/officeDocument/2006/relationships/customXml" Target="../ink/ink415.xml"/><Relationship Id="rId928" Type="http://schemas.openxmlformats.org/officeDocument/2006/relationships/customXml" Target="../ink/ink464.xml"/><Relationship Id="rId57" Type="http://schemas.openxmlformats.org/officeDocument/2006/relationships/customXml" Target="../ink/ink28.xml"/><Relationship Id="rId262" Type="http://schemas.openxmlformats.org/officeDocument/2006/relationships/image" Target="../media/image662.png"/><Relationship Id="rId567" Type="http://schemas.openxmlformats.org/officeDocument/2006/relationships/image" Target="../media/image727.png"/><Relationship Id="rId122" Type="http://schemas.openxmlformats.org/officeDocument/2006/relationships/image" Target="../media/image592.png"/><Relationship Id="rId774" Type="http://schemas.openxmlformats.org/officeDocument/2006/relationships/customXml" Target="../ink/ink387.xml"/><Relationship Id="rId981" Type="http://schemas.openxmlformats.org/officeDocument/2006/relationships/image" Target="../media/image925.png"/><Relationship Id="rId427" Type="http://schemas.openxmlformats.org/officeDocument/2006/relationships/image" Target="../media/image246.png"/><Relationship Id="rId634" Type="http://schemas.openxmlformats.org/officeDocument/2006/relationships/customXml" Target="../ink/ink317.xml"/><Relationship Id="rId841" Type="http://schemas.openxmlformats.org/officeDocument/2006/relationships/image" Target="../media/image447.png"/><Relationship Id="rId273" Type="http://schemas.openxmlformats.org/officeDocument/2006/relationships/customXml" Target="../ink/ink136.xml"/><Relationship Id="rId480" Type="http://schemas.openxmlformats.org/officeDocument/2006/relationships/customXml" Target="../ink/ink240.xml"/><Relationship Id="rId701" Type="http://schemas.openxmlformats.org/officeDocument/2006/relationships/image" Target="../media/image794.png"/><Relationship Id="rId939" Type="http://schemas.openxmlformats.org/officeDocument/2006/relationships/image" Target="../media/image904.png"/><Relationship Id="rId68" Type="http://schemas.openxmlformats.org/officeDocument/2006/relationships/image" Target="../media/image565.png"/><Relationship Id="rId133" Type="http://schemas.openxmlformats.org/officeDocument/2006/relationships/customXml" Target="../ink/ink66.xml"/><Relationship Id="rId340" Type="http://schemas.openxmlformats.org/officeDocument/2006/relationships/image" Target="../media/image203.png"/><Relationship Id="rId578" Type="http://schemas.openxmlformats.org/officeDocument/2006/relationships/customXml" Target="../ink/ink289.xml"/><Relationship Id="rId785" Type="http://schemas.openxmlformats.org/officeDocument/2006/relationships/image" Target="../media/image836.png"/><Relationship Id="rId992" Type="http://schemas.openxmlformats.org/officeDocument/2006/relationships/customXml" Target="../ink/ink496.xml"/><Relationship Id="rId200" Type="http://schemas.openxmlformats.org/officeDocument/2006/relationships/image" Target="../media/image631.png"/><Relationship Id="rId438" Type="http://schemas.openxmlformats.org/officeDocument/2006/relationships/customXml" Target="../ink/ink219.xml"/><Relationship Id="rId645" Type="http://schemas.openxmlformats.org/officeDocument/2006/relationships/image" Target="../media/image766.png"/><Relationship Id="rId852" Type="http://schemas.openxmlformats.org/officeDocument/2006/relationships/customXml" Target="../ink/ink426.xml"/><Relationship Id="rId284" Type="http://schemas.openxmlformats.org/officeDocument/2006/relationships/image" Target="../media/image673.png"/><Relationship Id="rId491" Type="http://schemas.openxmlformats.org/officeDocument/2006/relationships/image" Target="../media/image278.png"/><Relationship Id="rId505" Type="http://schemas.openxmlformats.org/officeDocument/2006/relationships/image" Target="../media/image285.png"/><Relationship Id="rId712" Type="http://schemas.openxmlformats.org/officeDocument/2006/relationships/customXml" Target="../ink/ink356.xml"/><Relationship Id="rId79" Type="http://schemas.openxmlformats.org/officeDocument/2006/relationships/customXml" Target="../ink/ink39.xml"/><Relationship Id="rId144" Type="http://schemas.openxmlformats.org/officeDocument/2006/relationships/image" Target="../media/image603.png"/><Relationship Id="rId589" Type="http://schemas.openxmlformats.org/officeDocument/2006/relationships/image" Target="../media/image738.png"/><Relationship Id="rId796" Type="http://schemas.openxmlformats.org/officeDocument/2006/relationships/customXml" Target="../ink/ink398.xml"/><Relationship Id="rId351" Type="http://schemas.openxmlformats.org/officeDocument/2006/relationships/customXml" Target="../ink/ink175.xml"/><Relationship Id="rId449" Type="http://schemas.openxmlformats.org/officeDocument/2006/relationships/image" Target="../media/image257.png"/><Relationship Id="rId656" Type="http://schemas.openxmlformats.org/officeDocument/2006/relationships/customXml" Target="../ink/ink328.xml"/><Relationship Id="rId863" Type="http://schemas.openxmlformats.org/officeDocument/2006/relationships/image" Target="../media/image866.png"/><Relationship Id="rId211" Type="http://schemas.openxmlformats.org/officeDocument/2006/relationships/customXml" Target="../ink/ink105.xml"/><Relationship Id="rId295" Type="http://schemas.openxmlformats.org/officeDocument/2006/relationships/customXml" Target="../ink/ink147.xml"/><Relationship Id="rId309" Type="http://schemas.openxmlformats.org/officeDocument/2006/relationships/customXml" Target="../ink/ink154.xml"/><Relationship Id="rId516" Type="http://schemas.openxmlformats.org/officeDocument/2006/relationships/customXml" Target="../ink/ink258.xml"/><Relationship Id="rId723" Type="http://schemas.openxmlformats.org/officeDocument/2006/relationships/image" Target="../media/image805.png"/><Relationship Id="rId930" Type="http://schemas.openxmlformats.org/officeDocument/2006/relationships/customXml" Target="../ink/ink465.xml"/><Relationship Id="rId1006" Type="http://schemas.openxmlformats.org/officeDocument/2006/relationships/customXml" Target="../ink/ink503.xml"/><Relationship Id="rId155" Type="http://schemas.openxmlformats.org/officeDocument/2006/relationships/customXml" Target="../ink/ink77.xml"/><Relationship Id="rId362" Type="http://schemas.openxmlformats.org/officeDocument/2006/relationships/image" Target="../media/image214.png"/><Relationship Id="rId222" Type="http://schemas.openxmlformats.org/officeDocument/2006/relationships/image" Target="../media/image642.png"/><Relationship Id="rId667" Type="http://schemas.openxmlformats.org/officeDocument/2006/relationships/image" Target="../media/image777.png"/><Relationship Id="rId874" Type="http://schemas.openxmlformats.org/officeDocument/2006/relationships/customXml" Target="../ink/ink437.xml"/><Relationship Id="rId17" Type="http://schemas.openxmlformats.org/officeDocument/2006/relationships/customXml" Target="../ink/ink8.xml"/><Relationship Id="rId527" Type="http://schemas.openxmlformats.org/officeDocument/2006/relationships/image" Target="../media/image707.png"/><Relationship Id="rId734" Type="http://schemas.openxmlformats.org/officeDocument/2006/relationships/customXml" Target="../ink/ink367.xml"/><Relationship Id="rId941" Type="http://schemas.openxmlformats.org/officeDocument/2006/relationships/image" Target="../media/image905.png"/><Relationship Id="rId70" Type="http://schemas.openxmlformats.org/officeDocument/2006/relationships/image" Target="../media/image566.png"/><Relationship Id="rId166" Type="http://schemas.openxmlformats.org/officeDocument/2006/relationships/image" Target="../media/image614.png"/><Relationship Id="rId373" Type="http://schemas.openxmlformats.org/officeDocument/2006/relationships/customXml" Target="../ink/ink186.xml"/><Relationship Id="rId580" Type="http://schemas.openxmlformats.org/officeDocument/2006/relationships/customXml" Target="../ink/ink290.xml"/><Relationship Id="rId801" Type="http://schemas.openxmlformats.org/officeDocument/2006/relationships/image" Target="../media/image844.png"/><Relationship Id="rId1017" Type="http://schemas.openxmlformats.org/officeDocument/2006/relationships/image" Target="../media/image943.png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116.xml"/><Relationship Id="rId440" Type="http://schemas.openxmlformats.org/officeDocument/2006/relationships/customXml" Target="../ink/ink220.xml"/><Relationship Id="rId678" Type="http://schemas.openxmlformats.org/officeDocument/2006/relationships/customXml" Target="../ink/ink339.xml"/><Relationship Id="rId885" Type="http://schemas.openxmlformats.org/officeDocument/2006/relationships/image" Target="../media/image877.png"/><Relationship Id="rId28" Type="http://schemas.openxmlformats.org/officeDocument/2006/relationships/image" Target="../media/image545.png"/><Relationship Id="rId300" Type="http://schemas.openxmlformats.org/officeDocument/2006/relationships/image" Target="../media/image681.png"/><Relationship Id="rId538" Type="http://schemas.openxmlformats.org/officeDocument/2006/relationships/customXml" Target="../ink/ink269.xml"/><Relationship Id="rId745" Type="http://schemas.openxmlformats.org/officeDocument/2006/relationships/image" Target="../media/image816.png"/><Relationship Id="rId952" Type="http://schemas.openxmlformats.org/officeDocument/2006/relationships/customXml" Target="../ink/ink476.xml"/><Relationship Id="rId81" Type="http://schemas.openxmlformats.org/officeDocument/2006/relationships/customXml" Target="../ink/ink40.xml"/><Relationship Id="rId177" Type="http://schemas.openxmlformats.org/officeDocument/2006/relationships/customXml" Target="../ink/ink88.xml"/><Relationship Id="rId384" Type="http://schemas.openxmlformats.org/officeDocument/2006/relationships/image" Target="../media/image225.png"/><Relationship Id="rId591" Type="http://schemas.openxmlformats.org/officeDocument/2006/relationships/image" Target="../media/image739.png"/><Relationship Id="rId605" Type="http://schemas.openxmlformats.org/officeDocument/2006/relationships/image" Target="../media/image746.png"/><Relationship Id="rId812" Type="http://schemas.openxmlformats.org/officeDocument/2006/relationships/customXml" Target="../ink/ink406.xml"/><Relationship Id="rId244" Type="http://schemas.openxmlformats.org/officeDocument/2006/relationships/image" Target="../media/image653.png"/><Relationship Id="rId689" Type="http://schemas.openxmlformats.org/officeDocument/2006/relationships/image" Target="../media/image788.png"/><Relationship Id="rId896" Type="http://schemas.openxmlformats.org/officeDocument/2006/relationships/customXml" Target="../ink/ink448.xml"/><Relationship Id="rId39" Type="http://schemas.openxmlformats.org/officeDocument/2006/relationships/customXml" Target="../ink/ink19.xml"/><Relationship Id="rId451" Type="http://schemas.openxmlformats.org/officeDocument/2006/relationships/image" Target="../media/image258.png"/><Relationship Id="rId549" Type="http://schemas.openxmlformats.org/officeDocument/2006/relationships/image" Target="../media/image718.png"/><Relationship Id="rId756" Type="http://schemas.openxmlformats.org/officeDocument/2006/relationships/customXml" Target="../ink/ink378.xml"/><Relationship Id="rId104" Type="http://schemas.openxmlformats.org/officeDocument/2006/relationships/image" Target="../media/image583.png"/><Relationship Id="rId188" Type="http://schemas.openxmlformats.org/officeDocument/2006/relationships/image" Target="../media/image625.png"/><Relationship Id="rId311" Type="http://schemas.openxmlformats.org/officeDocument/2006/relationships/customXml" Target="../ink/ink155.xml"/><Relationship Id="rId395" Type="http://schemas.openxmlformats.org/officeDocument/2006/relationships/customXml" Target="../ink/ink197.xml"/><Relationship Id="rId409" Type="http://schemas.openxmlformats.org/officeDocument/2006/relationships/image" Target="../media/image237.png"/><Relationship Id="rId963" Type="http://schemas.openxmlformats.org/officeDocument/2006/relationships/image" Target="../media/image916.png"/><Relationship Id="rId92" Type="http://schemas.openxmlformats.org/officeDocument/2006/relationships/image" Target="../media/image577.png"/><Relationship Id="rId616" Type="http://schemas.openxmlformats.org/officeDocument/2006/relationships/customXml" Target="../ink/ink308.xml"/><Relationship Id="rId823" Type="http://schemas.openxmlformats.org/officeDocument/2006/relationships/image" Target="../media/image855.png"/><Relationship Id="rId255" Type="http://schemas.openxmlformats.org/officeDocument/2006/relationships/customXml" Target="../ink/ink127.xml"/><Relationship Id="rId462" Type="http://schemas.openxmlformats.org/officeDocument/2006/relationships/customXml" Target="../ink/ink231.xml"/><Relationship Id="rId115" Type="http://schemas.openxmlformats.org/officeDocument/2006/relationships/customXml" Target="../ink/ink57.xml"/><Relationship Id="rId322" Type="http://schemas.openxmlformats.org/officeDocument/2006/relationships/image" Target="../media/image692.png"/><Relationship Id="rId767" Type="http://schemas.openxmlformats.org/officeDocument/2006/relationships/image" Target="../media/image827.png"/><Relationship Id="rId974" Type="http://schemas.openxmlformats.org/officeDocument/2006/relationships/customXml" Target="../ink/ink487.xml"/><Relationship Id="rId199" Type="http://schemas.openxmlformats.org/officeDocument/2006/relationships/customXml" Target="../ink/ink99.xml"/><Relationship Id="rId627" Type="http://schemas.openxmlformats.org/officeDocument/2006/relationships/image" Target="../media/image757.png"/><Relationship Id="rId834" Type="http://schemas.openxmlformats.org/officeDocument/2006/relationships/customXml" Target="../ink/ink417.xml"/><Relationship Id="rId266" Type="http://schemas.openxmlformats.org/officeDocument/2006/relationships/image" Target="../media/image664.png"/><Relationship Id="rId473" Type="http://schemas.openxmlformats.org/officeDocument/2006/relationships/image" Target="../media/image269.png"/><Relationship Id="rId680" Type="http://schemas.openxmlformats.org/officeDocument/2006/relationships/customXml" Target="../ink/ink340.xml"/><Relationship Id="rId901" Type="http://schemas.openxmlformats.org/officeDocument/2006/relationships/image" Target="../media/image885.png"/><Relationship Id="rId30" Type="http://schemas.openxmlformats.org/officeDocument/2006/relationships/image" Target="../media/image546.png"/><Relationship Id="rId126" Type="http://schemas.openxmlformats.org/officeDocument/2006/relationships/image" Target="../media/image594.png"/><Relationship Id="rId333" Type="http://schemas.openxmlformats.org/officeDocument/2006/relationships/customXml" Target="../ink/ink166.xml"/><Relationship Id="rId540" Type="http://schemas.openxmlformats.org/officeDocument/2006/relationships/customXml" Target="../ink/ink270.xml"/><Relationship Id="rId778" Type="http://schemas.openxmlformats.org/officeDocument/2006/relationships/customXml" Target="../ink/ink389.xml"/><Relationship Id="rId985" Type="http://schemas.openxmlformats.org/officeDocument/2006/relationships/image" Target="../media/image927.png"/><Relationship Id="rId638" Type="http://schemas.openxmlformats.org/officeDocument/2006/relationships/customXml" Target="../ink/ink319.xml"/><Relationship Id="rId845" Type="http://schemas.openxmlformats.org/officeDocument/2006/relationships/image" Target="../media/image449.png"/><Relationship Id="rId277" Type="http://schemas.openxmlformats.org/officeDocument/2006/relationships/customXml" Target="../ink/ink138.xml"/><Relationship Id="rId400" Type="http://schemas.openxmlformats.org/officeDocument/2006/relationships/image" Target="../media/image233.png"/><Relationship Id="rId484" Type="http://schemas.openxmlformats.org/officeDocument/2006/relationships/customXml" Target="../ink/ink242.xml"/><Relationship Id="rId705" Type="http://schemas.openxmlformats.org/officeDocument/2006/relationships/image" Target="../media/image796.png"/><Relationship Id="rId137" Type="http://schemas.openxmlformats.org/officeDocument/2006/relationships/customXml" Target="../ink/ink68.xml"/><Relationship Id="rId344" Type="http://schemas.openxmlformats.org/officeDocument/2006/relationships/image" Target="../media/image205.png"/><Relationship Id="rId691" Type="http://schemas.openxmlformats.org/officeDocument/2006/relationships/image" Target="../media/image789.png"/><Relationship Id="rId789" Type="http://schemas.openxmlformats.org/officeDocument/2006/relationships/image" Target="../media/image838.png"/><Relationship Id="rId912" Type="http://schemas.openxmlformats.org/officeDocument/2006/relationships/customXml" Target="../ink/ink456.xml"/><Relationship Id="rId996" Type="http://schemas.openxmlformats.org/officeDocument/2006/relationships/customXml" Target="../ink/ink498.xml"/><Relationship Id="rId41" Type="http://schemas.openxmlformats.org/officeDocument/2006/relationships/customXml" Target="../ink/ink20.xml"/><Relationship Id="rId551" Type="http://schemas.openxmlformats.org/officeDocument/2006/relationships/image" Target="../media/image719.png"/><Relationship Id="rId649" Type="http://schemas.openxmlformats.org/officeDocument/2006/relationships/image" Target="../media/image768.png"/><Relationship Id="rId856" Type="http://schemas.openxmlformats.org/officeDocument/2006/relationships/customXml" Target="../ink/ink428.xml"/><Relationship Id="rId190" Type="http://schemas.openxmlformats.org/officeDocument/2006/relationships/image" Target="../media/image626.png"/><Relationship Id="rId204" Type="http://schemas.openxmlformats.org/officeDocument/2006/relationships/image" Target="../media/image633.png"/><Relationship Id="rId288" Type="http://schemas.openxmlformats.org/officeDocument/2006/relationships/image" Target="../media/image675.png"/><Relationship Id="rId411" Type="http://schemas.openxmlformats.org/officeDocument/2006/relationships/image" Target="../media/image238.png"/><Relationship Id="rId509" Type="http://schemas.openxmlformats.org/officeDocument/2006/relationships/image" Target="../media/image287.png"/><Relationship Id="rId495" Type="http://schemas.openxmlformats.org/officeDocument/2006/relationships/image" Target="../media/image280.png"/><Relationship Id="rId716" Type="http://schemas.openxmlformats.org/officeDocument/2006/relationships/customXml" Target="../ink/ink358.xml"/><Relationship Id="rId923" Type="http://schemas.openxmlformats.org/officeDocument/2006/relationships/image" Target="../media/image896.png"/><Relationship Id="rId52" Type="http://schemas.openxmlformats.org/officeDocument/2006/relationships/image" Target="../media/image557.png"/><Relationship Id="rId148" Type="http://schemas.openxmlformats.org/officeDocument/2006/relationships/image" Target="../media/image605.png"/><Relationship Id="rId355" Type="http://schemas.openxmlformats.org/officeDocument/2006/relationships/customXml" Target="../ink/ink177.xml"/><Relationship Id="rId562" Type="http://schemas.openxmlformats.org/officeDocument/2006/relationships/customXml" Target="../ink/ink281.xml"/><Relationship Id="rId215" Type="http://schemas.openxmlformats.org/officeDocument/2006/relationships/customXml" Target="../ink/ink107.xml"/><Relationship Id="rId257" Type="http://schemas.openxmlformats.org/officeDocument/2006/relationships/customXml" Target="../ink/ink128.xml"/><Relationship Id="rId422" Type="http://schemas.openxmlformats.org/officeDocument/2006/relationships/customXml" Target="../ink/ink211.xml"/><Relationship Id="rId464" Type="http://schemas.openxmlformats.org/officeDocument/2006/relationships/customXml" Target="../ink/ink232.xml"/><Relationship Id="rId867" Type="http://schemas.openxmlformats.org/officeDocument/2006/relationships/image" Target="../media/image868.png"/><Relationship Id="rId1010" Type="http://schemas.openxmlformats.org/officeDocument/2006/relationships/customXml" Target="../ink/ink505.xml"/><Relationship Id="rId299" Type="http://schemas.openxmlformats.org/officeDocument/2006/relationships/customXml" Target="../ink/ink149.xml"/><Relationship Id="rId727" Type="http://schemas.openxmlformats.org/officeDocument/2006/relationships/image" Target="../media/image807.png"/><Relationship Id="rId934" Type="http://schemas.openxmlformats.org/officeDocument/2006/relationships/customXml" Target="../ink/ink467.xml"/><Relationship Id="rId63" Type="http://schemas.openxmlformats.org/officeDocument/2006/relationships/customXml" Target="../ink/ink31.xml"/><Relationship Id="rId159" Type="http://schemas.openxmlformats.org/officeDocument/2006/relationships/customXml" Target="../ink/ink79.xml"/><Relationship Id="rId366" Type="http://schemas.openxmlformats.org/officeDocument/2006/relationships/image" Target="../media/image216.png"/><Relationship Id="rId573" Type="http://schemas.openxmlformats.org/officeDocument/2006/relationships/image" Target="../media/image730.png"/><Relationship Id="rId780" Type="http://schemas.openxmlformats.org/officeDocument/2006/relationships/customXml" Target="../ink/ink390.xml"/><Relationship Id="rId226" Type="http://schemas.openxmlformats.org/officeDocument/2006/relationships/image" Target="../media/image644.png"/><Relationship Id="rId433" Type="http://schemas.openxmlformats.org/officeDocument/2006/relationships/image" Target="../media/image249.png"/><Relationship Id="rId878" Type="http://schemas.openxmlformats.org/officeDocument/2006/relationships/customXml" Target="../ink/ink439.xml"/><Relationship Id="rId640" Type="http://schemas.openxmlformats.org/officeDocument/2006/relationships/customXml" Target="../ink/ink320.xml"/><Relationship Id="rId738" Type="http://schemas.openxmlformats.org/officeDocument/2006/relationships/customXml" Target="../ink/ink369.xml"/><Relationship Id="rId945" Type="http://schemas.openxmlformats.org/officeDocument/2006/relationships/image" Target="../media/image907.png"/><Relationship Id="rId74" Type="http://schemas.openxmlformats.org/officeDocument/2006/relationships/image" Target="../media/image568.png"/><Relationship Id="rId377" Type="http://schemas.openxmlformats.org/officeDocument/2006/relationships/customXml" Target="../ink/ink188.xml"/><Relationship Id="rId500" Type="http://schemas.openxmlformats.org/officeDocument/2006/relationships/customXml" Target="../ink/ink250.xml"/><Relationship Id="rId584" Type="http://schemas.openxmlformats.org/officeDocument/2006/relationships/customXml" Target="../ink/ink292.xml"/><Relationship Id="rId805" Type="http://schemas.openxmlformats.org/officeDocument/2006/relationships/image" Target="../media/image846.png"/><Relationship Id="rId5" Type="http://schemas.openxmlformats.org/officeDocument/2006/relationships/customXml" Target="../ink/ink2.xml"/><Relationship Id="rId237" Type="http://schemas.openxmlformats.org/officeDocument/2006/relationships/customXml" Target="../ink/ink118.xml"/><Relationship Id="rId791" Type="http://schemas.openxmlformats.org/officeDocument/2006/relationships/image" Target="../media/image839.png"/><Relationship Id="rId889" Type="http://schemas.openxmlformats.org/officeDocument/2006/relationships/image" Target="../media/image879.png"/><Relationship Id="rId444" Type="http://schemas.openxmlformats.org/officeDocument/2006/relationships/customXml" Target="../ink/ink222.xml"/><Relationship Id="rId651" Type="http://schemas.openxmlformats.org/officeDocument/2006/relationships/image" Target="../media/image769.png"/><Relationship Id="rId749" Type="http://schemas.openxmlformats.org/officeDocument/2006/relationships/image" Target="../media/image818.png"/><Relationship Id="rId290" Type="http://schemas.openxmlformats.org/officeDocument/2006/relationships/image" Target="../media/image676.png"/><Relationship Id="rId304" Type="http://schemas.openxmlformats.org/officeDocument/2006/relationships/image" Target="../media/image683.png"/><Relationship Id="rId388" Type="http://schemas.openxmlformats.org/officeDocument/2006/relationships/image" Target="../media/image227.png"/><Relationship Id="rId511" Type="http://schemas.openxmlformats.org/officeDocument/2006/relationships/image" Target="../media/image288.png"/><Relationship Id="rId609" Type="http://schemas.openxmlformats.org/officeDocument/2006/relationships/image" Target="../media/image748.png"/><Relationship Id="rId956" Type="http://schemas.openxmlformats.org/officeDocument/2006/relationships/customXml" Target="../ink/ink478.xml"/><Relationship Id="rId85" Type="http://schemas.openxmlformats.org/officeDocument/2006/relationships/customXml" Target="../ink/ink42.xml"/><Relationship Id="rId150" Type="http://schemas.openxmlformats.org/officeDocument/2006/relationships/image" Target="../media/image606.png"/><Relationship Id="rId595" Type="http://schemas.openxmlformats.org/officeDocument/2006/relationships/image" Target="../media/image741.png"/><Relationship Id="rId816" Type="http://schemas.openxmlformats.org/officeDocument/2006/relationships/customXml" Target="../ink/ink408.xml"/><Relationship Id="rId1001" Type="http://schemas.openxmlformats.org/officeDocument/2006/relationships/image" Target="../media/image935.png"/><Relationship Id="rId248" Type="http://schemas.openxmlformats.org/officeDocument/2006/relationships/image" Target="../media/image655.png"/><Relationship Id="rId455" Type="http://schemas.openxmlformats.org/officeDocument/2006/relationships/image" Target="../media/image260.png"/><Relationship Id="rId662" Type="http://schemas.openxmlformats.org/officeDocument/2006/relationships/customXml" Target="../ink/ink331.xml"/><Relationship Id="rId12" Type="http://schemas.openxmlformats.org/officeDocument/2006/relationships/image" Target="../media/image537.png"/><Relationship Id="rId108" Type="http://schemas.openxmlformats.org/officeDocument/2006/relationships/image" Target="../media/image585.png"/><Relationship Id="rId315" Type="http://schemas.openxmlformats.org/officeDocument/2006/relationships/customXml" Target="../ink/ink157.xml"/><Relationship Id="rId522" Type="http://schemas.openxmlformats.org/officeDocument/2006/relationships/customXml" Target="../ink/ink261.xml"/><Relationship Id="rId967" Type="http://schemas.openxmlformats.org/officeDocument/2006/relationships/image" Target="../media/image918.png"/><Relationship Id="rId96" Type="http://schemas.openxmlformats.org/officeDocument/2006/relationships/image" Target="../media/image579.png"/><Relationship Id="rId161" Type="http://schemas.openxmlformats.org/officeDocument/2006/relationships/customXml" Target="../ink/ink80.xml"/><Relationship Id="rId399" Type="http://schemas.openxmlformats.org/officeDocument/2006/relationships/customXml" Target="../ink/ink199.xml"/><Relationship Id="rId827" Type="http://schemas.openxmlformats.org/officeDocument/2006/relationships/image" Target="../media/image857.png"/><Relationship Id="rId1012" Type="http://schemas.openxmlformats.org/officeDocument/2006/relationships/customXml" Target="../ink/ink506.xml"/><Relationship Id="rId259" Type="http://schemas.openxmlformats.org/officeDocument/2006/relationships/customXml" Target="../ink/ink129.xml"/><Relationship Id="rId466" Type="http://schemas.openxmlformats.org/officeDocument/2006/relationships/customXml" Target="../ink/ink233.xml"/><Relationship Id="rId673" Type="http://schemas.openxmlformats.org/officeDocument/2006/relationships/image" Target="../media/image780.png"/><Relationship Id="rId880" Type="http://schemas.openxmlformats.org/officeDocument/2006/relationships/customXml" Target="../ink/ink440.xml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326" Type="http://schemas.openxmlformats.org/officeDocument/2006/relationships/image" Target="../media/image694.png"/><Relationship Id="rId533" Type="http://schemas.openxmlformats.org/officeDocument/2006/relationships/image" Target="../media/image710.png"/><Relationship Id="rId978" Type="http://schemas.openxmlformats.org/officeDocument/2006/relationships/customXml" Target="../ink/ink489.xml"/><Relationship Id="rId740" Type="http://schemas.openxmlformats.org/officeDocument/2006/relationships/customXml" Target="../ink/ink370.xml"/><Relationship Id="rId838" Type="http://schemas.openxmlformats.org/officeDocument/2006/relationships/customXml" Target="../ink/ink419.xml"/><Relationship Id="rId172" Type="http://schemas.openxmlformats.org/officeDocument/2006/relationships/image" Target="../media/image617.png"/><Relationship Id="rId477" Type="http://schemas.openxmlformats.org/officeDocument/2006/relationships/image" Target="../media/image271.png"/><Relationship Id="rId600" Type="http://schemas.openxmlformats.org/officeDocument/2006/relationships/customXml" Target="../ink/ink300.xml"/><Relationship Id="rId684" Type="http://schemas.openxmlformats.org/officeDocument/2006/relationships/customXml" Target="../ink/ink342.xml"/><Relationship Id="rId337" Type="http://schemas.openxmlformats.org/officeDocument/2006/relationships/customXml" Target="../ink/ink168.xml"/><Relationship Id="rId891" Type="http://schemas.openxmlformats.org/officeDocument/2006/relationships/image" Target="../media/image880.png"/><Relationship Id="rId905" Type="http://schemas.openxmlformats.org/officeDocument/2006/relationships/image" Target="../media/image887.png"/><Relationship Id="rId989" Type="http://schemas.openxmlformats.org/officeDocument/2006/relationships/image" Target="../media/image929.png"/><Relationship Id="rId34" Type="http://schemas.openxmlformats.org/officeDocument/2006/relationships/image" Target="../media/image548.png"/><Relationship Id="rId544" Type="http://schemas.openxmlformats.org/officeDocument/2006/relationships/customXml" Target="../ink/ink272.xml"/><Relationship Id="rId751" Type="http://schemas.openxmlformats.org/officeDocument/2006/relationships/image" Target="../media/image819.png"/><Relationship Id="rId849" Type="http://schemas.openxmlformats.org/officeDocument/2006/relationships/image" Target="../media/image451.png"/><Relationship Id="rId183" Type="http://schemas.openxmlformats.org/officeDocument/2006/relationships/customXml" Target="../ink/ink91.xml"/><Relationship Id="rId390" Type="http://schemas.openxmlformats.org/officeDocument/2006/relationships/image" Target="../media/image228.png"/><Relationship Id="rId404" Type="http://schemas.openxmlformats.org/officeDocument/2006/relationships/image" Target="../media/image235.png"/><Relationship Id="rId611" Type="http://schemas.openxmlformats.org/officeDocument/2006/relationships/image" Target="../media/image749.png"/><Relationship Id="rId250" Type="http://schemas.openxmlformats.org/officeDocument/2006/relationships/image" Target="../media/image656.png"/><Relationship Id="rId488" Type="http://schemas.openxmlformats.org/officeDocument/2006/relationships/customXml" Target="../ink/ink244.xml"/><Relationship Id="rId695" Type="http://schemas.openxmlformats.org/officeDocument/2006/relationships/image" Target="../media/image791.png"/><Relationship Id="rId709" Type="http://schemas.openxmlformats.org/officeDocument/2006/relationships/image" Target="../media/image798.png"/><Relationship Id="rId916" Type="http://schemas.openxmlformats.org/officeDocument/2006/relationships/customXml" Target="../ink/ink458.xml"/><Relationship Id="rId45" Type="http://schemas.openxmlformats.org/officeDocument/2006/relationships/customXml" Target="../ink/ink22.xml"/><Relationship Id="rId110" Type="http://schemas.openxmlformats.org/officeDocument/2006/relationships/image" Target="../media/image586.png"/><Relationship Id="rId348" Type="http://schemas.openxmlformats.org/officeDocument/2006/relationships/image" Target="../media/image207.png"/><Relationship Id="rId555" Type="http://schemas.openxmlformats.org/officeDocument/2006/relationships/image" Target="../media/image721.png"/><Relationship Id="rId762" Type="http://schemas.openxmlformats.org/officeDocument/2006/relationships/customXml" Target="../ink/ink381.xml"/><Relationship Id="rId194" Type="http://schemas.openxmlformats.org/officeDocument/2006/relationships/image" Target="../media/image628.png"/><Relationship Id="rId208" Type="http://schemas.openxmlformats.org/officeDocument/2006/relationships/image" Target="../media/image635.png"/><Relationship Id="rId415" Type="http://schemas.openxmlformats.org/officeDocument/2006/relationships/image" Target="../media/image240.png"/><Relationship Id="rId622" Type="http://schemas.openxmlformats.org/officeDocument/2006/relationships/customXml" Target="../ink/ink311.xml"/><Relationship Id="rId261" Type="http://schemas.openxmlformats.org/officeDocument/2006/relationships/customXml" Target="../ink/ink130.xml"/><Relationship Id="rId499" Type="http://schemas.openxmlformats.org/officeDocument/2006/relationships/image" Target="../media/image282.png"/><Relationship Id="rId927" Type="http://schemas.openxmlformats.org/officeDocument/2006/relationships/image" Target="../media/image898.png"/><Relationship Id="rId56" Type="http://schemas.openxmlformats.org/officeDocument/2006/relationships/image" Target="../media/image559.png"/><Relationship Id="rId359" Type="http://schemas.openxmlformats.org/officeDocument/2006/relationships/customXml" Target="../ink/ink179.xml"/><Relationship Id="rId566" Type="http://schemas.openxmlformats.org/officeDocument/2006/relationships/customXml" Target="../ink/ink283.xml"/><Relationship Id="rId773" Type="http://schemas.openxmlformats.org/officeDocument/2006/relationships/image" Target="../media/image830.png"/><Relationship Id="rId121" Type="http://schemas.openxmlformats.org/officeDocument/2006/relationships/customXml" Target="../ink/ink60.xml"/><Relationship Id="rId219" Type="http://schemas.openxmlformats.org/officeDocument/2006/relationships/customXml" Target="../ink/ink109.xml"/><Relationship Id="rId426" Type="http://schemas.openxmlformats.org/officeDocument/2006/relationships/customXml" Target="../ink/ink213.xml"/><Relationship Id="rId633" Type="http://schemas.openxmlformats.org/officeDocument/2006/relationships/image" Target="../media/image760.png"/><Relationship Id="rId980" Type="http://schemas.openxmlformats.org/officeDocument/2006/relationships/customXml" Target="../ink/ink490.xml"/><Relationship Id="rId840" Type="http://schemas.openxmlformats.org/officeDocument/2006/relationships/customXml" Target="../ink/ink420.xml"/><Relationship Id="rId938" Type="http://schemas.openxmlformats.org/officeDocument/2006/relationships/customXml" Target="../ink/ink469.xml"/><Relationship Id="rId67" Type="http://schemas.openxmlformats.org/officeDocument/2006/relationships/customXml" Target="../ink/ink33.xml"/><Relationship Id="rId272" Type="http://schemas.openxmlformats.org/officeDocument/2006/relationships/image" Target="../media/image667.png"/><Relationship Id="rId577" Type="http://schemas.openxmlformats.org/officeDocument/2006/relationships/image" Target="../media/image732.png"/><Relationship Id="rId700" Type="http://schemas.openxmlformats.org/officeDocument/2006/relationships/customXml" Target="../ink/ink350.xml"/><Relationship Id="rId132" Type="http://schemas.openxmlformats.org/officeDocument/2006/relationships/image" Target="../media/image597.png"/><Relationship Id="rId784" Type="http://schemas.openxmlformats.org/officeDocument/2006/relationships/customXml" Target="../ink/ink392.xml"/><Relationship Id="rId991" Type="http://schemas.openxmlformats.org/officeDocument/2006/relationships/image" Target="../media/image930.png"/><Relationship Id="rId437" Type="http://schemas.openxmlformats.org/officeDocument/2006/relationships/image" Target="../media/image251.png"/><Relationship Id="rId644" Type="http://schemas.openxmlformats.org/officeDocument/2006/relationships/customXml" Target="../ink/ink322.xml"/><Relationship Id="rId851" Type="http://schemas.openxmlformats.org/officeDocument/2006/relationships/image" Target="../media/image452.png"/><Relationship Id="rId283" Type="http://schemas.openxmlformats.org/officeDocument/2006/relationships/customXml" Target="../ink/ink141.xml"/><Relationship Id="rId490" Type="http://schemas.openxmlformats.org/officeDocument/2006/relationships/customXml" Target="../ink/ink245.xml"/><Relationship Id="rId504" Type="http://schemas.openxmlformats.org/officeDocument/2006/relationships/customXml" Target="../ink/ink252.xml"/><Relationship Id="rId711" Type="http://schemas.openxmlformats.org/officeDocument/2006/relationships/image" Target="../media/image799.png"/><Relationship Id="rId949" Type="http://schemas.openxmlformats.org/officeDocument/2006/relationships/image" Target="../media/image909.png"/><Relationship Id="rId78" Type="http://schemas.openxmlformats.org/officeDocument/2006/relationships/image" Target="../media/image570.png"/><Relationship Id="rId143" Type="http://schemas.openxmlformats.org/officeDocument/2006/relationships/customXml" Target="../ink/ink71.xml"/><Relationship Id="rId350" Type="http://schemas.openxmlformats.org/officeDocument/2006/relationships/image" Target="../media/image208.png"/><Relationship Id="rId588" Type="http://schemas.openxmlformats.org/officeDocument/2006/relationships/customXml" Target="../ink/ink294.xml"/><Relationship Id="rId795" Type="http://schemas.openxmlformats.org/officeDocument/2006/relationships/image" Target="../media/image841.png"/><Relationship Id="rId809" Type="http://schemas.openxmlformats.org/officeDocument/2006/relationships/image" Target="../media/image848.png"/><Relationship Id="rId9" Type="http://schemas.openxmlformats.org/officeDocument/2006/relationships/customXml" Target="../ink/ink4.xml"/><Relationship Id="rId210" Type="http://schemas.openxmlformats.org/officeDocument/2006/relationships/image" Target="../media/image636.png"/><Relationship Id="rId448" Type="http://schemas.openxmlformats.org/officeDocument/2006/relationships/customXml" Target="../ink/ink224.xml"/><Relationship Id="rId655" Type="http://schemas.openxmlformats.org/officeDocument/2006/relationships/image" Target="../media/image771.png"/><Relationship Id="rId862" Type="http://schemas.openxmlformats.org/officeDocument/2006/relationships/customXml" Target="../ink/ink431.xml"/><Relationship Id="rId294" Type="http://schemas.openxmlformats.org/officeDocument/2006/relationships/image" Target="../media/image678.png"/><Relationship Id="rId308" Type="http://schemas.openxmlformats.org/officeDocument/2006/relationships/image" Target="../media/image685.png"/><Relationship Id="rId515" Type="http://schemas.openxmlformats.org/officeDocument/2006/relationships/image" Target="../media/image701.png"/><Relationship Id="rId722" Type="http://schemas.openxmlformats.org/officeDocument/2006/relationships/customXml" Target="../ink/ink361.xml"/><Relationship Id="rId89" Type="http://schemas.openxmlformats.org/officeDocument/2006/relationships/customXml" Target="../ink/ink44.xml"/><Relationship Id="rId154" Type="http://schemas.openxmlformats.org/officeDocument/2006/relationships/image" Target="../media/image608.png"/><Relationship Id="rId361" Type="http://schemas.openxmlformats.org/officeDocument/2006/relationships/customXml" Target="../ink/ink180.xml"/><Relationship Id="rId599" Type="http://schemas.openxmlformats.org/officeDocument/2006/relationships/image" Target="../media/image743.png"/><Relationship Id="rId1005" Type="http://schemas.openxmlformats.org/officeDocument/2006/relationships/image" Target="../media/image937.png"/><Relationship Id="rId459" Type="http://schemas.openxmlformats.org/officeDocument/2006/relationships/image" Target="../media/image262.png"/><Relationship Id="rId666" Type="http://schemas.openxmlformats.org/officeDocument/2006/relationships/customXml" Target="../ink/ink333.xml"/><Relationship Id="rId873" Type="http://schemas.openxmlformats.org/officeDocument/2006/relationships/image" Target="../media/image871.png"/><Relationship Id="rId16" Type="http://schemas.openxmlformats.org/officeDocument/2006/relationships/image" Target="../media/image539.png"/><Relationship Id="rId221" Type="http://schemas.openxmlformats.org/officeDocument/2006/relationships/customXml" Target="../ink/ink110.xml"/><Relationship Id="rId319" Type="http://schemas.openxmlformats.org/officeDocument/2006/relationships/customXml" Target="../ink/ink159.xml"/><Relationship Id="rId526" Type="http://schemas.openxmlformats.org/officeDocument/2006/relationships/customXml" Target="../ink/ink263.xml"/><Relationship Id="rId733" Type="http://schemas.openxmlformats.org/officeDocument/2006/relationships/image" Target="../media/image810.png"/><Relationship Id="rId940" Type="http://schemas.openxmlformats.org/officeDocument/2006/relationships/customXml" Target="../ink/ink470.xml"/><Relationship Id="rId1016" Type="http://schemas.openxmlformats.org/officeDocument/2006/relationships/customXml" Target="../ink/ink508.xml"/><Relationship Id="rId165" Type="http://schemas.openxmlformats.org/officeDocument/2006/relationships/customXml" Target="../ink/ink82.xml"/><Relationship Id="rId372" Type="http://schemas.openxmlformats.org/officeDocument/2006/relationships/image" Target="../media/image219.png"/><Relationship Id="rId677" Type="http://schemas.openxmlformats.org/officeDocument/2006/relationships/image" Target="../media/image782.png"/><Relationship Id="rId800" Type="http://schemas.openxmlformats.org/officeDocument/2006/relationships/customXml" Target="../ink/ink400.xml"/><Relationship Id="rId232" Type="http://schemas.openxmlformats.org/officeDocument/2006/relationships/image" Target="../media/image647.png"/><Relationship Id="rId884" Type="http://schemas.openxmlformats.org/officeDocument/2006/relationships/customXml" Target="../ink/ink442.xml"/><Relationship Id="rId27" Type="http://schemas.openxmlformats.org/officeDocument/2006/relationships/customXml" Target="../ink/ink13.xml"/><Relationship Id="rId537" Type="http://schemas.openxmlformats.org/officeDocument/2006/relationships/image" Target="../media/image712.png"/><Relationship Id="rId744" Type="http://schemas.openxmlformats.org/officeDocument/2006/relationships/customXml" Target="../ink/ink372.xml"/><Relationship Id="rId951" Type="http://schemas.openxmlformats.org/officeDocument/2006/relationships/image" Target="../media/image910.png"/><Relationship Id="rId80" Type="http://schemas.openxmlformats.org/officeDocument/2006/relationships/image" Target="../media/image571.png"/><Relationship Id="rId176" Type="http://schemas.openxmlformats.org/officeDocument/2006/relationships/image" Target="../media/image619.png"/><Relationship Id="rId383" Type="http://schemas.openxmlformats.org/officeDocument/2006/relationships/customXml" Target="../ink/ink191.xml"/><Relationship Id="rId590" Type="http://schemas.openxmlformats.org/officeDocument/2006/relationships/customXml" Target="../ink/ink295.xml"/><Relationship Id="rId604" Type="http://schemas.openxmlformats.org/officeDocument/2006/relationships/customXml" Target="../ink/ink302.xml"/><Relationship Id="rId811" Type="http://schemas.openxmlformats.org/officeDocument/2006/relationships/image" Target="../media/image849.png"/><Relationship Id="rId243" Type="http://schemas.openxmlformats.org/officeDocument/2006/relationships/customXml" Target="../ink/ink121.xml"/><Relationship Id="rId450" Type="http://schemas.openxmlformats.org/officeDocument/2006/relationships/customXml" Target="../ink/ink225.xml"/><Relationship Id="rId688" Type="http://schemas.openxmlformats.org/officeDocument/2006/relationships/customXml" Target="../ink/ink344.xml"/><Relationship Id="rId895" Type="http://schemas.openxmlformats.org/officeDocument/2006/relationships/image" Target="../media/image882.png"/><Relationship Id="rId909" Type="http://schemas.openxmlformats.org/officeDocument/2006/relationships/image" Target="../media/image889.png"/><Relationship Id="rId38" Type="http://schemas.openxmlformats.org/officeDocument/2006/relationships/image" Target="../media/image550.png"/><Relationship Id="rId103" Type="http://schemas.openxmlformats.org/officeDocument/2006/relationships/customXml" Target="../ink/ink51.xml"/><Relationship Id="rId310" Type="http://schemas.openxmlformats.org/officeDocument/2006/relationships/image" Target="../media/image686.png"/><Relationship Id="rId548" Type="http://schemas.openxmlformats.org/officeDocument/2006/relationships/customXml" Target="../ink/ink274.xml"/><Relationship Id="rId755" Type="http://schemas.openxmlformats.org/officeDocument/2006/relationships/image" Target="../media/image821.png"/><Relationship Id="rId962" Type="http://schemas.openxmlformats.org/officeDocument/2006/relationships/customXml" Target="../ink/ink481.xml"/><Relationship Id="rId91" Type="http://schemas.openxmlformats.org/officeDocument/2006/relationships/customXml" Target="../ink/ink45.xml"/><Relationship Id="rId187" Type="http://schemas.openxmlformats.org/officeDocument/2006/relationships/customXml" Target="../ink/ink93.xml"/><Relationship Id="rId394" Type="http://schemas.openxmlformats.org/officeDocument/2006/relationships/image" Target="../media/image230.png"/><Relationship Id="rId408" Type="http://schemas.openxmlformats.org/officeDocument/2006/relationships/customXml" Target="../ink/ink204.xml"/><Relationship Id="rId615" Type="http://schemas.openxmlformats.org/officeDocument/2006/relationships/image" Target="../media/image751.png"/><Relationship Id="rId822" Type="http://schemas.openxmlformats.org/officeDocument/2006/relationships/customXml" Target="../ink/ink411.xml"/><Relationship Id="rId254" Type="http://schemas.openxmlformats.org/officeDocument/2006/relationships/image" Target="../media/image658.png"/><Relationship Id="rId699" Type="http://schemas.openxmlformats.org/officeDocument/2006/relationships/image" Target="../media/image793.png"/><Relationship Id="rId49" Type="http://schemas.openxmlformats.org/officeDocument/2006/relationships/customXml" Target="../ink/ink24.xml"/><Relationship Id="rId114" Type="http://schemas.openxmlformats.org/officeDocument/2006/relationships/image" Target="../media/image588.png"/><Relationship Id="rId461" Type="http://schemas.openxmlformats.org/officeDocument/2006/relationships/image" Target="../media/image263.png"/><Relationship Id="rId559" Type="http://schemas.openxmlformats.org/officeDocument/2006/relationships/image" Target="../media/image723.png"/><Relationship Id="rId766" Type="http://schemas.openxmlformats.org/officeDocument/2006/relationships/customXml" Target="../ink/ink383.xml"/><Relationship Id="rId198" Type="http://schemas.openxmlformats.org/officeDocument/2006/relationships/image" Target="../media/image630.png"/><Relationship Id="rId321" Type="http://schemas.openxmlformats.org/officeDocument/2006/relationships/customXml" Target="../ink/ink160.xml"/><Relationship Id="rId419" Type="http://schemas.openxmlformats.org/officeDocument/2006/relationships/image" Target="../media/image242.png"/><Relationship Id="rId626" Type="http://schemas.openxmlformats.org/officeDocument/2006/relationships/customXml" Target="../ink/ink313.xml"/><Relationship Id="rId973" Type="http://schemas.openxmlformats.org/officeDocument/2006/relationships/image" Target="../media/image921.png"/><Relationship Id="rId833" Type="http://schemas.openxmlformats.org/officeDocument/2006/relationships/image" Target="../media/image860.png"/><Relationship Id="rId265" Type="http://schemas.openxmlformats.org/officeDocument/2006/relationships/customXml" Target="../ink/ink132.xml"/><Relationship Id="rId472" Type="http://schemas.openxmlformats.org/officeDocument/2006/relationships/customXml" Target="../ink/ink236.xml"/><Relationship Id="rId900" Type="http://schemas.openxmlformats.org/officeDocument/2006/relationships/customXml" Target="../ink/ink450.xml"/><Relationship Id="rId125" Type="http://schemas.openxmlformats.org/officeDocument/2006/relationships/customXml" Target="../ink/ink62.xml"/><Relationship Id="rId332" Type="http://schemas.openxmlformats.org/officeDocument/2006/relationships/image" Target="../media/image697.png"/><Relationship Id="rId777" Type="http://schemas.openxmlformats.org/officeDocument/2006/relationships/image" Target="../media/image832.png"/><Relationship Id="rId984" Type="http://schemas.openxmlformats.org/officeDocument/2006/relationships/customXml" Target="../ink/ink492.xml"/><Relationship Id="rId637" Type="http://schemas.openxmlformats.org/officeDocument/2006/relationships/image" Target="../media/image762.png"/><Relationship Id="rId844" Type="http://schemas.openxmlformats.org/officeDocument/2006/relationships/customXml" Target="../ink/ink422.xml"/><Relationship Id="rId276" Type="http://schemas.openxmlformats.org/officeDocument/2006/relationships/image" Target="../media/image669.png"/><Relationship Id="rId483" Type="http://schemas.openxmlformats.org/officeDocument/2006/relationships/image" Target="../media/image274.png"/><Relationship Id="rId690" Type="http://schemas.openxmlformats.org/officeDocument/2006/relationships/customXml" Target="../ink/ink345.xml"/><Relationship Id="rId704" Type="http://schemas.openxmlformats.org/officeDocument/2006/relationships/customXml" Target="../ink/ink352.xml"/><Relationship Id="rId911" Type="http://schemas.openxmlformats.org/officeDocument/2006/relationships/image" Target="../media/image890.png"/><Relationship Id="rId40" Type="http://schemas.openxmlformats.org/officeDocument/2006/relationships/image" Target="../media/image551.png"/><Relationship Id="rId136" Type="http://schemas.openxmlformats.org/officeDocument/2006/relationships/image" Target="../media/image599.png"/><Relationship Id="rId343" Type="http://schemas.openxmlformats.org/officeDocument/2006/relationships/customXml" Target="../ink/ink171.xml"/><Relationship Id="rId550" Type="http://schemas.openxmlformats.org/officeDocument/2006/relationships/customXml" Target="../ink/ink275.xml"/><Relationship Id="rId788" Type="http://schemas.openxmlformats.org/officeDocument/2006/relationships/customXml" Target="../ink/ink394.xml"/><Relationship Id="rId995" Type="http://schemas.openxmlformats.org/officeDocument/2006/relationships/image" Target="../media/image932.png"/><Relationship Id="rId203" Type="http://schemas.openxmlformats.org/officeDocument/2006/relationships/customXml" Target="../ink/ink101.xml"/><Relationship Id="rId648" Type="http://schemas.openxmlformats.org/officeDocument/2006/relationships/customXml" Target="../ink/ink324.xml"/><Relationship Id="rId855" Type="http://schemas.openxmlformats.org/officeDocument/2006/relationships/image" Target="../media/image454.png"/><Relationship Id="rId287" Type="http://schemas.openxmlformats.org/officeDocument/2006/relationships/customXml" Target="../ink/ink143.xml"/><Relationship Id="rId410" Type="http://schemas.openxmlformats.org/officeDocument/2006/relationships/customXml" Target="../ink/ink205.xml"/><Relationship Id="rId494" Type="http://schemas.openxmlformats.org/officeDocument/2006/relationships/customXml" Target="../ink/ink247.xml"/><Relationship Id="rId508" Type="http://schemas.openxmlformats.org/officeDocument/2006/relationships/customXml" Target="../ink/ink254.xml"/><Relationship Id="rId715" Type="http://schemas.openxmlformats.org/officeDocument/2006/relationships/image" Target="../media/image801.png"/><Relationship Id="rId922" Type="http://schemas.openxmlformats.org/officeDocument/2006/relationships/customXml" Target="../ink/ink461.xml"/><Relationship Id="rId147" Type="http://schemas.openxmlformats.org/officeDocument/2006/relationships/customXml" Target="../ink/ink73.xml"/><Relationship Id="rId354" Type="http://schemas.openxmlformats.org/officeDocument/2006/relationships/image" Target="../media/image210.png"/><Relationship Id="rId799" Type="http://schemas.openxmlformats.org/officeDocument/2006/relationships/image" Target="../media/image843.png"/><Relationship Id="rId51" Type="http://schemas.openxmlformats.org/officeDocument/2006/relationships/customXml" Target="../ink/ink25.xml"/><Relationship Id="rId561" Type="http://schemas.openxmlformats.org/officeDocument/2006/relationships/image" Target="../media/image724.png"/><Relationship Id="rId659" Type="http://schemas.openxmlformats.org/officeDocument/2006/relationships/image" Target="../media/image773.png"/><Relationship Id="rId866" Type="http://schemas.openxmlformats.org/officeDocument/2006/relationships/customXml" Target="../ink/ink433.xml"/><Relationship Id="rId214" Type="http://schemas.openxmlformats.org/officeDocument/2006/relationships/image" Target="../media/image638.png"/><Relationship Id="rId298" Type="http://schemas.openxmlformats.org/officeDocument/2006/relationships/image" Target="../media/image680.png"/><Relationship Id="rId421" Type="http://schemas.openxmlformats.org/officeDocument/2006/relationships/image" Target="../media/image243.png"/><Relationship Id="rId519" Type="http://schemas.openxmlformats.org/officeDocument/2006/relationships/image" Target="../media/image703.png"/><Relationship Id="rId158" Type="http://schemas.openxmlformats.org/officeDocument/2006/relationships/image" Target="../media/image610.png"/><Relationship Id="rId726" Type="http://schemas.openxmlformats.org/officeDocument/2006/relationships/customXml" Target="../ink/ink363.xml"/><Relationship Id="rId933" Type="http://schemas.openxmlformats.org/officeDocument/2006/relationships/image" Target="../media/image901.png"/><Relationship Id="rId1009" Type="http://schemas.openxmlformats.org/officeDocument/2006/relationships/image" Target="../media/image939.png"/><Relationship Id="rId62" Type="http://schemas.openxmlformats.org/officeDocument/2006/relationships/image" Target="../media/image562.png"/><Relationship Id="rId365" Type="http://schemas.openxmlformats.org/officeDocument/2006/relationships/customXml" Target="../ink/ink182.xml"/><Relationship Id="rId572" Type="http://schemas.openxmlformats.org/officeDocument/2006/relationships/customXml" Target="../ink/ink286.xml"/><Relationship Id="rId225" Type="http://schemas.openxmlformats.org/officeDocument/2006/relationships/customXml" Target="../ink/ink112.xml"/><Relationship Id="rId432" Type="http://schemas.openxmlformats.org/officeDocument/2006/relationships/customXml" Target="../ink/ink216.xml"/><Relationship Id="rId877" Type="http://schemas.openxmlformats.org/officeDocument/2006/relationships/image" Target="../media/image873.png"/><Relationship Id="rId737" Type="http://schemas.openxmlformats.org/officeDocument/2006/relationships/image" Target="../media/image812.png"/><Relationship Id="rId944" Type="http://schemas.openxmlformats.org/officeDocument/2006/relationships/customXml" Target="../ink/ink472.xml"/><Relationship Id="rId73" Type="http://schemas.openxmlformats.org/officeDocument/2006/relationships/customXml" Target="../ink/ink36.xml"/><Relationship Id="rId169" Type="http://schemas.openxmlformats.org/officeDocument/2006/relationships/customXml" Target="../ink/ink84.xml"/><Relationship Id="rId376" Type="http://schemas.openxmlformats.org/officeDocument/2006/relationships/image" Target="../media/image221.png"/><Relationship Id="rId583" Type="http://schemas.openxmlformats.org/officeDocument/2006/relationships/image" Target="../media/image735.png"/><Relationship Id="rId790" Type="http://schemas.openxmlformats.org/officeDocument/2006/relationships/customXml" Target="../ink/ink395.xml"/><Relationship Id="rId804" Type="http://schemas.openxmlformats.org/officeDocument/2006/relationships/customXml" Target="../ink/ink402.xml"/><Relationship Id="rId4" Type="http://schemas.openxmlformats.org/officeDocument/2006/relationships/image" Target="../media/image533.png"/><Relationship Id="rId236" Type="http://schemas.openxmlformats.org/officeDocument/2006/relationships/image" Target="../media/image649.png"/><Relationship Id="rId443" Type="http://schemas.openxmlformats.org/officeDocument/2006/relationships/image" Target="../media/image254.png"/><Relationship Id="rId650" Type="http://schemas.openxmlformats.org/officeDocument/2006/relationships/customXml" Target="../ink/ink325.xml"/><Relationship Id="rId888" Type="http://schemas.openxmlformats.org/officeDocument/2006/relationships/customXml" Target="../ink/ink444.xml"/><Relationship Id="rId303" Type="http://schemas.openxmlformats.org/officeDocument/2006/relationships/customXml" Target="../ink/ink151.xml"/><Relationship Id="rId748" Type="http://schemas.openxmlformats.org/officeDocument/2006/relationships/customXml" Target="../ink/ink374.xml"/><Relationship Id="rId955" Type="http://schemas.openxmlformats.org/officeDocument/2006/relationships/image" Target="../media/image912.png"/><Relationship Id="rId84" Type="http://schemas.openxmlformats.org/officeDocument/2006/relationships/image" Target="../media/image573.png"/><Relationship Id="rId387" Type="http://schemas.openxmlformats.org/officeDocument/2006/relationships/customXml" Target="../ink/ink193.xml"/><Relationship Id="rId510" Type="http://schemas.openxmlformats.org/officeDocument/2006/relationships/customXml" Target="../ink/ink255.xml"/><Relationship Id="rId594" Type="http://schemas.openxmlformats.org/officeDocument/2006/relationships/customXml" Target="../ink/ink297.xml"/><Relationship Id="rId608" Type="http://schemas.openxmlformats.org/officeDocument/2006/relationships/customXml" Target="../ink/ink304.xml"/><Relationship Id="rId815" Type="http://schemas.openxmlformats.org/officeDocument/2006/relationships/image" Target="../media/image851.png"/><Relationship Id="rId247" Type="http://schemas.openxmlformats.org/officeDocument/2006/relationships/customXml" Target="../ink/ink123.xml"/><Relationship Id="rId899" Type="http://schemas.openxmlformats.org/officeDocument/2006/relationships/image" Target="../media/image884.png"/><Relationship Id="rId1000" Type="http://schemas.openxmlformats.org/officeDocument/2006/relationships/customXml" Target="../ink/ink500.xml"/><Relationship Id="rId107" Type="http://schemas.openxmlformats.org/officeDocument/2006/relationships/customXml" Target="../ink/ink53.xml"/><Relationship Id="rId454" Type="http://schemas.openxmlformats.org/officeDocument/2006/relationships/customXml" Target="../ink/ink227.xml"/><Relationship Id="rId661" Type="http://schemas.openxmlformats.org/officeDocument/2006/relationships/image" Target="../media/image774.png"/><Relationship Id="rId759" Type="http://schemas.openxmlformats.org/officeDocument/2006/relationships/image" Target="../media/image823.png"/><Relationship Id="rId966" Type="http://schemas.openxmlformats.org/officeDocument/2006/relationships/customXml" Target="../ink/ink483.xml"/><Relationship Id="rId11" Type="http://schemas.openxmlformats.org/officeDocument/2006/relationships/customXml" Target="../ink/ink5.xml"/><Relationship Id="rId314" Type="http://schemas.openxmlformats.org/officeDocument/2006/relationships/image" Target="../media/image688.png"/><Relationship Id="rId398" Type="http://schemas.openxmlformats.org/officeDocument/2006/relationships/image" Target="../media/image232.png"/><Relationship Id="rId521" Type="http://schemas.openxmlformats.org/officeDocument/2006/relationships/image" Target="../media/image704.png"/><Relationship Id="rId619" Type="http://schemas.openxmlformats.org/officeDocument/2006/relationships/image" Target="../media/image753.png"/><Relationship Id="rId95" Type="http://schemas.openxmlformats.org/officeDocument/2006/relationships/customXml" Target="../ink/ink47.xml"/><Relationship Id="rId160" Type="http://schemas.openxmlformats.org/officeDocument/2006/relationships/image" Target="../media/image611.png"/><Relationship Id="rId826" Type="http://schemas.openxmlformats.org/officeDocument/2006/relationships/customXml" Target="../ink/ink413.xml"/><Relationship Id="rId1011" Type="http://schemas.openxmlformats.org/officeDocument/2006/relationships/image" Target="../media/image940.png"/><Relationship Id="rId258" Type="http://schemas.openxmlformats.org/officeDocument/2006/relationships/image" Target="../media/image660.png"/><Relationship Id="rId465" Type="http://schemas.openxmlformats.org/officeDocument/2006/relationships/image" Target="../media/image265.png"/><Relationship Id="rId672" Type="http://schemas.openxmlformats.org/officeDocument/2006/relationships/customXml" Target="../ink/ink336.xml"/><Relationship Id="rId22" Type="http://schemas.openxmlformats.org/officeDocument/2006/relationships/image" Target="../media/image542.png"/><Relationship Id="rId118" Type="http://schemas.openxmlformats.org/officeDocument/2006/relationships/image" Target="../media/image590.png"/><Relationship Id="rId325" Type="http://schemas.openxmlformats.org/officeDocument/2006/relationships/customXml" Target="../ink/ink162.xml"/><Relationship Id="rId532" Type="http://schemas.openxmlformats.org/officeDocument/2006/relationships/customXml" Target="../ink/ink266.xml"/><Relationship Id="rId977" Type="http://schemas.openxmlformats.org/officeDocument/2006/relationships/image" Target="../media/image923.png"/><Relationship Id="rId171" Type="http://schemas.openxmlformats.org/officeDocument/2006/relationships/customXml" Target="../ink/ink85.xml"/><Relationship Id="rId837" Type="http://schemas.openxmlformats.org/officeDocument/2006/relationships/image" Target="../media/image862.png"/><Relationship Id="rId269" Type="http://schemas.openxmlformats.org/officeDocument/2006/relationships/customXml" Target="../ink/ink134.xml"/><Relationship Id="rId476" Type="http://schemas.openxmlformats.org/officeDocument/2006/relationships/customXml" Target="../ink/ink238.xml"/><Relationship Id="rId683" Type="http://schemas.openxmlformats.org/officeDocument/2006/relationships/image" Target="../media/image785.png"/><Relationship Id="rId890" Type="http://schemas.openxmlformats.org/officeDocument/2006/relationships/customXml" Target="../ink/ink445.xml"/><Relationship Id="rId904" Type="http://schemas.openxmlformats.org/officeDocument/2006/relationships/customXml" Target="../ink/ink452.xml"/><Relationship Id="rId33" Type="http://schemas.openxmlformats.org/officeDocument/2006/relationships/customXml" Target="../ink/ink16.xml"/><Relationship Id="rId129" Type="http://schemas.openxmlformats.org/officeDocument/2006/relationships/customXml" Target="../ink/ink64.xml"/><Relationship Id="rId336" Type="http://schemas.openxmlformats.org/officeDocument/2006/relationships/image" Target="../media/image699.png"/><Relationship Id="rId543" Type="http://schemas.openxmlformats.org/officeDocument/2006/relationships/image" Target="../media/image715.png"/><Relationship Id="rId988" Type="http://schemas.openxmlformats.org/officeDocument/2006/relationships/customXml" Target="../ink/ink494.xml"/><Relationship Id="rId182" Type="http://schemas.openxmlformats.org/officeDocument/2006/relationships/image" Target="../media/image622.png"/><Relationship Id="rId403" Type="http://schemas.openxmlformats.org/officeDocument/2006/relationships/customXml" Target="../ink/ink201.xml"/><Relationship Id="rId750" Type="http://schemas.openxmlformats.org/officeDocument/2006/relationships/customXml" Target="../ink/ink375.xml"/><Relationship Id="rId848" Type="http://schemas.openxmlformats.org/officeDocument/2006/relationships/customXml" Target="../ink/ink424.xml"/><Relationship Id="rId487" Type="http://schemas.openxmlformats.org/officeDocument/2006/relationships/image" Target="../media/image276.png"/><Relationship Id="rId610" Type="http://schemas.openxmlformats.org/officeDocument/2006/relationships/customXml" Target="../ink/ink305.xml"/><Relationship Id="rId694" Type="http://schemas.openxmlformats.org/officeDocument/2006/relationships/customXml" Target="../ink/ink347.xml"/><Relationship Id="rId708" Type="http://schemas.openxmlformats.org/officeDocument/2006/relationships/customXml" Target="../ink/ink354.xml"/><Relationship Id="rId915" Type="http://schemas.openxmlformats.org/officeDocument/2006/relationships/image" Target="../media/image892.png"/><Relationship Id="rId347" Type="http://schemas.openxmlformats.org/officeDocument/2006/relationships/customXml" Target="../ink/ink173.xml"/><Relationship Id="rId999" Type="http://schemas.openxmlformats.org/officeDocument/2006/relationships/image" Target="../media/image934.png"/><Relationship Id="rId44" Type="http://schemas.openxmlformats.org/officeDocument/2006/relationships/image" Target="../media/image553.png"/><Relationship Id="rId554" Type="http://schemas.openxmlformats.org/officeDocument/2006/relationships/customXml" Target="../ink/ink277.xml"/><Relationship Id="rId761" Type="http://schemas.openxmlformats.org/officeDocument/2006/relationships/image" Target="../media/image824.png"/><Relationship Id="rId859" Type="http://schemas.openxmlformats.org/officeDocument/2006/relationships/image" Target="../media/image864.png"/><Relationship Id="rId193" Type="http://schemas.openxmlformats.org/officeDocument/2006/relationships/customXml" Target="../ink/ink96.xml"/><Relationship Id="rId207" Type="http://schemas.openxmlformats.org/officeDocument/2006/relationships/customXml" Target="../ink/ink103.xml"/><Relationship Id="rId414" Type="http://schemas.openxmlformats.org/officeDocument/2006/relationships/customXml" Target="../ink/ink207.xml"/><Relationship Id="rId498" Type="http://schemas.openxmlformats.org/officeDocument/2006/relationships/customXml" Target="../ink/ink249.xml"/><Relationship Id="rId621" Type="http://schemas.openxmlformats.org/officeDocument/2006/relationships/image" Target="../media/image754.png"/><Relationship Id="rId260" Type="http://schemas.openxmlformats.org/officeDocument/2006/relationships/image" Target="../media/image661.png"/><Relationship Id="rId719" Type="http://schemas.openxmlformats.org/officeDocument/2006/relationships/image" Target="../media/image803.png"/><Relationship Id="rId926" Type="http://schemas.openxmlformats.org/officeDocument/2006/relationships/customXml" Target="../ink/ink463.xml"/><Relationship Id="rId55" Type="http://schemas.openxmlformats.org/officeDocument/2006/relationships/customXml" Target="../ink/ink27.xml"/><Relationship Id="rId120" Type="http://schemas.openxmlformats.org/officeDocument/2006/relationships/image" Target="../media/image591.png"/><Relationship Id="rId358" Type="http://schemas.openxmlformats.org/officeDocument/2006/relationships/image" Target="../media/image212.png"/><Relationship Id="rId565" Type="http://schemas.openxmlformats.org/officeDocument/2006/relationships/image" Target="../media/image726.png"/><Relationship Id="rId772" Type="http://schemas.openxmlformats.org/officeDocument/2006/relationships/customXml" Target="../ink/ink386.xml"/><Relationship Id="rId218" Type="http://schemas.openxmlformats.org/officeDocument/2006/relationships/image" Target="../media/image640.png"/><Relationship Id="rId425" Type="http://schemas.openxmlformats.org/officeDocument/2006/relationships/image" Target="../media/image245.png"/><Relationship Id="rId632" Type="http://schemas.openxmlformats.org/officeDocument/2006/relationships/customXml" Target="../ink/ink316.xml"/><Relationship Id="rId271" Type="http://schemas.openxmlformats.org/officeDocument/2006/relationships/customXml" Target="../ink/ink135.xml"/><Relationship Id="rId937" Type="http://schemas.openxmlformats.org/officeDocument/2006/relationships/image" Target="../media/image903.png"/><Relationship Id="rId66" Type="http://schemas.openxmlformats.org/officeDocument/2006/relationships/image" Target="../media/image564.png"/><Relationship Id="rId131" Type="http://schemas.openxmlformats.org/officeDocument/2006/relationships/customXml" Target="../ink/ink65.xml"/><Relationship Id="rId369" Type="http://schemas.openxmlformats.org/officeDocument/2006/relationships/customXml" Target="../ink/ink184.xml"/><Relationship Id="rId576" Type="http://schemas.openxmlformats.org/officeDocument/2006/relationships/customXml" Target="../ink/ink288.xml"/><Relationship Id="rId783" Type="http://schemas.openxmlformats.org/officeDocument/2006/relationships/image" Target="../media/image835.png"/><Relationship Id="rId990" Type="http://schemas.openxmlformats.org/officeDocument/2006/relationships/customXml" Target="../ink/ink495.xml"/><Relationship Id="rId229" Type="http://schemas.openxmlformats.org/officeDocument/2006/relationships/customXml" Target="../ink/ink114.xml"/><Relationship Id="rId436" Type="http://schemas.openxmlformats.org/officeDocument/2006/relationships/customXml" Target="../ink/ink218.xml"/><Relationship Id="rId643" Type="http://schemas.openxmlformats.org/officeDocument/2006/relationships/image" Target="../media/image765.png"/><Relationship Id="rId850" Type="http://schemas.openxmlformats.org/officeDocument/2006/relationships/customXml" Target="../ink/ink425.xml"/><Relationship Id="rId948" Type="http://schemas.openxmlformats.org/officeDocument/2006/relationships/customXml" Target="../ink/ink474.xml"/><Relationship Id="rId77" Type="http://schemas.openxmlformats.org/officeDocument/2006/relationships/customXml" Target="../ink/ink38.xml"/><Relationship Id="rId282" Type="http://schemas.openxmlformats.org/officeDocument/2006/relationships/image" Target="../media/image672.png"/><Relationship Id="rId503" Type="http://schemas.openxmlformats.org/officeDocument/2006/relationships/image" Target="../media/image284.png"/><Relationship Id="rId587" Type="http://schemas.openxmlformats.org/officeDocument/2006/relationships/image" Target="../media/image737.png"/><Relationship Id="rId710" Type="http://schemas.openxmlformats.org/officeDocument/2006/relationships/customXml" Target="../ink/ink355.xml"/><Relationship Id="rId808" Type="http://schemas.openxmlformats.org/officeDocument/2006/relationships/customXml" Target="../ink/ink404.xml"/><Relationship Id="rId8" Type="http://schemas.openxmlformats.org/officeDocument/2006/relationships/image" Target="../media/image535.png"/><Relationship Id="rId142" Type="http://schemas.openxmlformats.org/officeDocument/2006/relationships/image" Target="../media/image602.png"/><Relationship Id="rId447" Type="http://schemas.openxmlformats.org/officeDocument/2006/relationships/image" Target="../media/image256.png"/><Relationship Id="rId794" Type="http://schemas.openxmlformats.org/officeDocument/2006/relationships/customXml" Target="../ink/ink397.xml"/><Relationship Id="rId654" Type="http://schemas.openxmlformats.org/officeDocument/2006/relationships/customXml" Target="../ink/ink327.xml"/><Relationship Id="rId861" Type="http://schemas.openxmlformats.org/officeDocument/2006/relationships/image" Target="../media/image865.png"/><Relationship Id="rId959" Type="http://schemas.openxmlformats.org/officeDocument/2006/relationships/image" Target="../media/image914.png"/><Relationship Id="rId293" Type="http://schemas.openxmlformats.org/officeDocument/2006/relationships/customXml" Target="../ink/ink146.xml"/><Relationship Id="rId307" Type="http://schemas.openxmlformats.org/officeDocument/2006/relationships/customXml" Target="../ink/ink153.xml"/><Relationship Id="rId514" Type="http://schemas.openxmlformats.org/officeDocument/2006/relationships/customXml" Target="../ink/ink257.xml"/><Relationship Id="rId721" Type="http://schemas.openxmlformats.org/officeDocument/2006/relationships/image" Target="../media/image804.png"/><Relationship Id="rId88" Type="http://schemas.openxmlformats.org/officeDocument/2006/relationships/image" Target="../media/image575.png"/><Relationship Id="rId153" Type="http://schemas.openxmlformats.org/officeDocument/2006/relationships/customXml" Target="../ink/ink76.xml"/><Relationship Id="rId360" Type="http://schemas.openxmlformats.org/officeDocument/2006/relationships/image" Target="../media/image213.png"/><Relationship Id="rId598" Type="http://schemas.openxmlformats.org/officeDocument/2006/relationships/customXml" Target="../ink/ink299.xml"/><Relationship Id="rId819" Type="http://schemas.openxmlformats.org/officeDocument/2006/relationships/image" Target="../media/image853.png"/><Relationship Id="rId1004" Type="http://schemas.openxmlformats.org/officeDocument/2006/relationships/customXml" Target="../ink/ink502.xml"/><Relationship Id="rId220" Type="http://schemas.openxmlformats.org/officeDocument/2006/relationships/image" Target="../media/image641.png"/><Relationship Id="rId458" Type="http://schemas.openxmlformats.org/officeDocument/2006/relationships/customXml" Target="../ink/ink229.xml"/><Relationship Id="rId665" Type="http://schemas.openxmlformats.org/officeDocument/2006/relationships/image" Target="../media/image776.png"/><Relationship Id="rId872" Type="http://schemas.openxmlformats.org/officeDocument/2006/relationships/customXml" Target="../ink/ink436.xml"/><Relationship Id="rId15" Type="http://schemas.openxmlformats.org/officeDocument/2006/relationships/customXml" Target="../ink/ink7.xml"/><Relationship Id="rId318" Type="http://schemas.openxmlformats.org/officeDocument/2006/relationships/image" Target="../media/image690.png"/><Relationship Id="rId525" Type="http://schemas.openxmlformats.org/officeDocument/2006/relationships/image" Target="../media/image706.png"/><Relationship Id="rId732" Type="http://schemas.openxmlformats.org/officeDocument/2006/relationships/customXml" Target="../ink/ink366.xml"/><Relationship Id="rId99" Type="http://schemas.openxmlformats.org/officeDocument/2006/relationships/customXml" Target="../ink/ink49.xml"/><Relationship Id="rId164" Type="http://schemas.openxmlformats.org/officeDocument/2006/relationships/image" Target="../media/image613.png"/><Relationship Id="rId371" Type="http://schemas.openxmlformats.org/officeDocument/2006/relationships/customXml" Target="../ink/ink185.xml"/><Relationship Id="rId1015" Type="http://schemas.openxmlformats.org/officeDocument/2006/relationships/image" Target="../media/image942.png"/><Relationship Id="rId469" Type="http://schemas.openxmlformats.org/officeDocument/2006/relationships/image" Target="../media/image267.png"/><Relationship Id="rId676" Type="http://schemas.openxmlformats.org/officeDocument/2006/relationships/customXml" Target="../ink/ink338.xml"/><Relationship Id="rId883" Type="http://schemas.openxmlformats.org/officeDocument/2006/relationships/image" Target="../media/image876.png"/><Relationship Id="rId26" Type="http://schemas.openxmlformats.org/officeDocument/2006/relationships/image" Target="../media/image544.png"/><Relationship Id="rId231" Type="http://schemas.openxmlformats.org/officeDocument/2006/relationships/customXml" Target="../ink/ink115.xml"/><Relationship Id="rId329" Type="http://schemas.openxmlformats.org/officeDocument/2006/relationships/customXml" Target="../ink/ink164.xml"/><Relationship Id="rId536" Type="http://schemas.openxmlformats.org/officeDocument/2006/relationships/customXml" Target="../ink/ink268.xml"/><Relationship Id="rId175" Type="http://schemas.openxmlformats.org/officeDocument/2006/relationships/customXml" Target="../ink/ink87.xml"/><Relationship Id="rId743" Type="http://schemas.openxmlformats.org/officeDocument/2006/relationships/image" Target="../media/image815.png"/><Relationship Id="rId950" Type="http://schemas.openxmlformats.org/officeDocument/2006/relationships/customXml" Target="../ink/ink475.xml"/><Relationship Id="rId382" Type="http://schemas.openxmlformats.org/officeDocument/2006/relationships/image" Target="../media/image224.png"/><Relationship Id="rId603" Type="http://schemas.openxmlformats.org/officeDocument/2006/relationships/image" Target="../media/image745.png"/><Relationship Id="rId687" Type="http://schemas.openxmlformats.org/officeDocument/2006/relationships/image" Target="../media/image787.png"/><Relationship Id="rId810" Type="http://schemas.openxmlformats.org/officeDocument/2006/relationships/customXml" Target="../ink/ink405.xml"/><Relationship Id="rId908" Type="http://schemas.openxmlformats.org/officeDocument/2006/relationships/customXml" Target="../ink/ink454.xml"/><Relationship Id="rId242" Type="http://schemas.openxmlformats.org/officeDocument/2006/relationships/image" Target="../media/image652.png"/><Relationship Id="rId894" Type="http://schemas.openxmlformats.org/officeDocument/2006/relationships/customXml" Target="../ink/ink447.xml"/><Relationship Id="rId37" Type="http://schemas.openxmlformats.org/officeDocument/2006/relationships/customXml" Target="../ink/ink18.xml"/><Relationship Id="rId102" Type="http://schemas.openxmlformats.org/officeDocument/2006/relationships/image" Target="../media/image582.png"/><Relationship Id="rId547" Type="http://schemas.openxmlformats.org/officeDocument/2006/relationships/image" Target="../media/image717.png"/><Relationship Id="rId754" Type="http://schemas.openxmlformats.org/officeDocument/2006/relationships/customXml" Target="../ink/ink377.xml"/><Relationship Id="rId961" Type="http://schemas.openxmlformats.org/officeDocument/2006/relationships/image" Target="../media/image915.png"/><Relationship Id="rId90" Type="http://schemas.openxmlformats.org/officeDocument/2006/relationships/image" Target="../media/image576.png"/><Relationship Id="rId186" Type="http://schemas.openxmlformats.org/officeDocument/2006/relationships/image" Target="../media/image624.png"/><Relationship Id="rId393" Type="http://schemas.openxmlformats.org/officeDocument/2006/relationships/customXml" Target="../ink/ink196.xml"/><Relationship Id="rId407" Type="http://schemas.openxmlformats.org/officeDocument/2006/relationships/image" Target="../media/image236.png"/><Relationship Id="rId614" Type="http://schemas.openxmlformats.org/officeDocument/2006/relationships/customXml" Target="../ink/ink307.xml"/><Relationship Id="rId821" Type="http://schemas.openxmlformats.org/officeDocument/2006/relationships/image" Target="../media/image854.png"/><Relationship Id="rId253" Type="http://schemas.openxmlformats.org/officeDocument/2006/relationships/customXml" Target="../ink/ink126.xml"/><Relationship Id="rId460" Type="http://schemas.openxmlformats.org/officeDocument/2006/relationships/customXml" Target="../ink/ink230.xml"/><Relationship Id="rId698" Type="http://schemas.openxmlformats.org/officeDocument/2006/relationships/customXml" Target="../ink/ink349.xml"/><Relationship Id="rId919" Type="http://schemas.openxmlformats.org/officeDocument/2006/relationships/image" Target="../media/image894.png"/><Relationship Id="rId48" Type="http://schemas.openxmlformats.org/officeDocument/2006/relationships/image" Target="../media/image555.png"/><Relationship Id="rId113" Type="http://schemas.openxmlformats.org/officeDocument/2006/relationships/customXml" Target="../ink/ink56.xml"/><Relationship Id="rId320" Type="http://schemas.openxmlformats.org/officeDocument/2006/relationships/image" Target="../media/image691.png"/><Relationship Id="rId558" Type="http://schemas.openxmlformats.org/officeDocument/2006/relationships/customXml" Target="../ink/ink279.xml"/><Relationship Id="rId765" Type="http://schemas.openxmlformats.org/officeDocument/2006/relationships/image" Target="../media/image826.png"/><Relationship Id="rId972" Type="http://schemas.openxmlformats.org/officeDocument/2006/relationships/customXml" Target="../ink/ink486.xml"/><Relationship Id="rId197" Type="http://schemas.openxmlformats.org/officeDocument/2006/relationships/customXml" Target="../ink/ink98.xml"/><Relationship Id="rId418" Type="http://schemas.openxmlformats.org/officeDocument/2006/relationships/customXml" Target="../ink/ink209.xml"/><Relationship Id="rId625" Type="http://schemas.openxmlformats.org/officeDocument/2006/relationships/image" Target="../media/image756.png"/><Relationship Id="rId832" Type="http://schemas.openxmlformats.org/officeDocument/2006/relationships/customXml" Target="../ink/ink416.xml"/><Relationship Id="rId264" Type="http://schemas.openxmlformats.org/officeDocument/2006/relationships/image" Target="../media/image663.png"/><Relationship Id="rId471" Type="http://schemas.openxmlformats.org/officeDocument/2006/relationships/image" Target="../media/image268.png"/><Relationship Id="rId59" Type="http://schemas.openxmlformats.org/officeDocument/2006/relationships/customXml" Target="../ink/ink29.xml"/><Relationship Id="rId124" Type="http://schemas.openxmlformats.org/officeDocument/2006/relationships/image" Target="../media/image593.png"/><Relationship Id="rId569" Type="http://schemas.openxmlformats.org/officeDocument/2006/relationships/image" Target="../media/image728.png"/><Relationship Id="rId776" Type="http://schemas.openxmlformats.org/officeDocument/2006/relationships/customXml" Target="../ink/ink388.xml"/><Relationship Id="rId983" Type="http://schemas.openxmlformats.org/officeDocument/2006/relationships/image" Target="../media/image926.png"/><Relationship Id="rId331" Type="http://schemas.openxmlformats.org/officeDocument/2006/relationships/customXml" Target="../ink/ink165.xml"/><Relationship Id="rId429" Type="http://schemas.openxmlformats.org/officeDocument/2006/relationships/image" Target="../media/image247.png"/><Relationship Id="rId636" Type="http://schemas.openxmlformats.org/officeDocument/2006/relationships/customXml" Target="../ink/ink318.xml"/><Relationship Id="rId843" Type="http://schemas.openxmlformats.org/officeDocument/2006/relationships/image" Target="../media/image448.png"/><Relationship Id="rId275" Type="http://schemas.openxmlformats.org/officeDocument/2006/relationships/customXml" Target="../ink/ink137.xml"/><Relationship Id="rId482" Type="http://schemas.openxmlformats.org/officeDocument/2006/relationships/customXml" Target="../ink/ink241.xml"/><Relationship Id="rId703" Type="http://schemas.openxmlformats.org/officeDocument/2006/relationships/image" Target="../media/image795.png"/><Relationship Id="rId910" Type="http://schemas.openxmlformats.org/officeDocument/2006/relationships/customXml" Target="../ink/ink455.xml"/><Relationship Id="rId135" Type="http://schemas.openxmlformats.org/officeDocument/2006/relationships/customXml" Target="../ink/ink67.xml"/><Relationship Id="rId342" Type="http://schemas.openxmlformats.org/officeDocument/2006/relationships/image" Target="../media/image204.png"/><Relationship Id="rId787" Type="http://schemas.openxmlformats.org/officeDocument/2006/relationships/image" Target="../media/image837.png"/><Relationship Id="rId994" Type="http://schemas.openxmlformats.org/officeDocument/2006/relationships/customXml" Target="../ink/ink497.xml"/><Relationship Id="rId202" Type="http://schemas.openxmlformats.org/officeDocument/2006/relationships/image" Target="../media/image632.png"/><Relationship Id="rId647" Type="http://schemas.openxmlformats.org/officeDocument/2006/relationships/image" Target="../media/image767.png"/><Relationship Id="rId854" Type="http://schemas.openxmlformats.org/officeDocument/2006/relationships/customXml" Target="../ink/ink427.xml"/><Relationship Id="rId286" Type="http://schemas.openxmlformats.org/officeDocument/2006/relationships/image" Target="../media/image674.png"/><Relationship Id="rId493" Type="http://schemas.openxmlformats.org/officeDocument/2006/relationships/image" Target="../media/image279.png"/><Relationship Id="rId507" Type="http://schemas.openxmlformats.org/officeDocument/2006/relationships/image" Target="../media/image286.png"/><Relationship Id="rId714" Type="http://schemas.openxmlformats.org/officeDocument/2006/relationships/customXml" Target="../ink/ink357.xml"/><Relationship Id="rId921" Type="http://schemas.openxmlformats.org/officeDocument/2006/relationships/image" Target="../media/image895.png"/><Relationship Id="rId50" Type="http://schemas.openxmlformats.org/officeDocument/2006/relationships/image" Target="../media/image556.png"/><Relationship Id="rId146" Type="http://schemas.openxmlformats.org/officeDocument/2006/relationships/image" Target="../media/image604.png"/><Relationship Id="rId353" Type="http://schemas.openxmlformats.org/officeDocument/2006/relationships/customXml" Target="../ink/ink176.xml"/><Relationship Id="rId560" Type="http://schemas.openxmlformats.org/officeDocument/2006/relationships/customXml" Target="../ink/ink280.xml"/><Relationship Id="rId798" Type="http://schemas.openxmlformats.org/officeDocument/2006/relationships/customXml" Target="../ink/ink399.xml"/><Relationship Id="rId213" Type="http://schemas.openxmlformats.org/officeDocument/2006/relationships/customXml" Target="../ink/ink106.xml"/><Relationship Id="rId420" Type="http://schemas.openxmlformats.org/officeDocument/2006/relationships/customXml" Target="../ink/ink210.xml"/><Relationship Id="rId658" Type="http://schemas.openxmlformats.org/officeDocument/2006/relationships/customXml" Target="../ink/ink329.xml"/><Relationship Id="rId865" Type="http://schemas.openxmlformats.org/officeDocument/2006/relationships/image" Target="../media/image867.png"/><Relationship Id="rId297" Type="http://schemas.openxmlformats.org/officeDocument/2006/relationships/customXml" Target="../ink/ink148.xml"/><Relationship Id="rId518" Type="http://schemas.openxmlformats.org/officeDocument/2006/relationships/customXml" Target="../ink/ink259.xml"/><Relationship Id="rId725" Type="http://schemas.openxmlformats.org/officeDocument/2006/relationships/image" Target="../media/image806.png"/><Relationship Id="rId932" Type="http://schemas.openxmlformats.org/officeDocument/2006/relationships/customXml" Target="../ink/ink466.xml"/><Relationship Id="rId157" Type="http://schemas.openxmlformats.org/officeDocument/2006/relationships/customXml" Target="../ink/ink78.xml"/><Relationship Id="rId364" Type="http://schemas.openxmlformats.org/officeDocument/2006/relationships/image" Target="../media/image215.png"/><Relationship Id="rId1008" Type="http://schemas.openxmlformats.org/officeDocument/2006/relationships/customXml" Target="../ink/ink504.xml"/><Relationship Id="rId61" Type="http://schemas.openxmlformats.org/officeDocument/2006/relationships/customXml" Target="../ink/ink30.xml"/><Relationship Id="rId571" Type="http://schemas.openxmlformats.org/officeDocument/2006/relationships/image" Target="../media/image729.png"/><Relationship Id="rId669" Type="http://schemas.openxmlformats.org/officeDocument/2006/relationships/image" Target="../media/image778.png"/><Relationship Id="rId876" Type="http://schemas.openxmlformats.org/officeDocument/2006/relationships/customXml" Target="../ink/ink438.xml"/><Relationship Id="rId19" Type="http://schemas.openxmlformats.org/officeDocument/2006/relationships/customXml" Target="../ink/ink9.xml"/><Relationship Id="rId224" Type="http://schemas.openxmlformats.org/officeDocument/2006/relationships/image" Target="../media/image643.png"/><Relationship Id="rId431" Type="http://schemas.openxmlformats.org/officeDocument/2006/relationships/image" Target="../media/image248.png"/><Relationship Id="rId529" Type="http://schemas.openxmlformats.org/officeDocument/2006/relationships/image" Target="../media/image708.png"/><Relationship Id="rId736" Type="http://schemas.openxmlformats.org/officeDocument/2006/relationships/customXml" Target="../ink/ink368.xml"/><Relationship Id="rId168" Type="http://schemas.openxmlformats.org/officeDocument/2006/relationships/image" Target="../media/image615.png"/><Relationship Id="rId943" Type="http://schemas.openxmlformats.org/officeDocument/2006/relationships/image" Target="../media/image906.png"/><Relationship Id="rId1019" Type="http://schemas.openxmlformats.org/officeDocument/2006/relationships/image" Target="../media/image944.png"/><Relationship Id="rId72" Type="http://schemas.openxmlformats.org/officeDocument/2006/relationships/image" Target="../media/image567.png"/><Relationship Id="rId375" Type="http://schemas.openxmlformats.org/officeDocument/2006/relationships/customXml" Target="../ink/ink187.xml"/><Relationship Id="rId582" Type="http://schemas.openxmlformats.org/officeDocument/2006/relationships/customXml" Target="../ink/ink291.xml"/><Relationship Id="rId803" Type="http://schemas.openxmlformats.org/officeDocument/2006/relationships/image" Target="../media/image845.png"/><Relationship Id="rId3" Type="http://schemas.openxmlformats.org/officeDocument/2006/relationships/customXml" Target="../ink/ink1.xml"/><Relationship Id="rId235" Type="http://schemas.openxmlformats.org/officeDocument/2006/relationships/customXml" Target="../ink/ink117.xml"/><Relationship Id="rId442" Type="http://schemas.openxmlformats.org/officeDocument/2006/relationships/customXml" Target="../ink/ink221.xml"/><Relationship Id="rId887" Type="http://schemas.openxmlformats.org/officeDocument/2006/relationships/image" Target="../media/image878.png"/><Relationship Id="rId302" Type="http://schemas.openxmlformats.org/officeDocument/2006/relationships/image" Target="../media/image682.png"/><Relationship Id="rId747" Type="http://schemas.openxmlformats.org/officeDocument/2006/relationships/image" Target="../media/image817.png"/><Relationship Id="rId954" Type="http://schemas.openxmlformats.org/officeDocument/2006/relationships/customXml" Target="../ink/ink477.xml"/><Relationship Id="rId83" Type="http://schemas.openxmlformats.org/officeDocument/2006/relationships/customXml" Target="../ink/ink41.xml"/><Relationship Id="rId179" Type="http://schemas.openxmlformats.org/officeDocument/2006/relationships/customXml" Target="../ink/ink89.xml"/><Relationship Id="rId386" Type="http://schemas.openxmlformats.org/officeDocument/2006/relationships/image" Target="../media/image226.png"/><Relationship Id="rId593" Type="http://schemas.openxmlformats.org/officeDocument/2006/relationships/image" Target="../media/image740.png"/><Relationship Id="rId607" Type="http://schemas.openxmlformats.org/officeDocument/2006/relationships/image" Target="../media/image747.png"/><Relationship Id="rId814" Type="http://schemas.openxmlformats.org/officeDocument/2006/relationships/customXml" Target="../ink/ink407.xml"/><Relationship Id="rId246" Type="http://schemas.openxmlformats.org/officeDocument/2006/relationships/image" Target="../media/image654.png"/><Relationship Id="rId453" Type="http://schemas.openxmlformats.org/officeDocument/2006/relationships/image" Target="../media/image259.png"/><Relationship Id="rId660" Type="http://schemas.openxmlformats.org/officeDocument/2006/relationships/customXml" Target="../ink/ink330.xml"/><Relationship Id="rId898" Type="http://schemas.openxmlformats.org/officeDocument/2006/relationships/customXml" Target="../ink/ink449.xml"/><Relationship Id="rId106" Type="http://schemas.openxmlformats.org/officeDocument/2006/relationships/image" Target="../media/image584.png"/><Relationship Id="rId313" Type="http://schemas.openxmlformats.org/officeDocument/2006/relationships/customXml" Target="../ink/ink156.xml"/><Relationship Id="rId758" Type="http://schemas.openxmlformats.org/officeDocument/2006/relationships/customXml" Target="../ink/ink379.xml"/><Relationship Id="rId965" Type="http://schemas.openxmlformats.org/officeDocument/2006/relationships/image" Target="../media/image917.png"/><Relationship Id="rId10" Type="http://schemas.openxmlformats.org/officeDocument/2006/relationships/image" Target="../media/image536.png"/><Relationship Id="rId94" Type="http://schemas.openxmlformats.org/officeDocument/2006/relationships/image" Target="../media/image578.png"/><Relationship Id="rId397" Type="http://schemas.openxmlformats.org/officeDocument/2006/relationships/customXml" Target="../ink/ink198.xml"/><Relationship Id="rId520" Type="http://schemas.openxmlformats.org/officeDocument/2006/relationships/customXml" Target="../ink/ink260.xml"/><Relationship Id="rId618" Type="http://schemas.openxmlformats.org/officeDocument/2006/relationships/customXml" Target="../ink/ink309.xml"/><Relationship Id="rId825" Type="http://schemas.openxmlformats.org/officeDocument/2006/relationships/image" Target="../media/image8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71889B-1A9B-D01D-4B5C-57A5EBEEA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734" y="171449"/>
            <a:ext cx="12202733" cy="65093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ABC38D-6238-53A3-FE15-438E7B5B4DB0}"/>
              </a:ext>
            </a:extLst>
          </p:cNvPr>
          <p:cNvSpPr txBox="1"/>
          <p:nvPr/>
        </p:nvSpPr>
        <p:spPr>
          <a:xfrm>
            <a:off x="342900" y="6143625"/>
            <a:ext cx="4736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A900"/>
                </a:solidFill>
              </a:rPr>
              <a:t>Green</a:t>
            </a:r>
            <a:r>
              <a:rPr lang="en-IN" dirty="0"/>
              <a:t> – Circularity </a:t>
            </a:r>
            <a:r>
              <a:rPr lang="en-IN"/>
              <a:t>oriented systems </a:t>
            </a:r>
            <a:r>
              <a:rPr lang="en-IN" dirty="0"/>
              <a:t>structure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987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Picture 563">
            <a:extLst>
              <a:ext uri="{FF2B5EF4-FFF2-40B4-BE49-F238E27FC236}">
                <a16:creationId xmlns:a16="http://schemas.microsoft.com/office/drawing/2014/main" id="{867B63DA-E203-65A6-2A09-EE6C40D0F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" y="0"/>
            <a:ext cx="12184380" cy="6858000"/>
          </a:xfrm>
          <a:prstGeom prst="rect">
            <a:avLst/>
          </a:prstGeom>
        </p:spPr>
      </p:pic>
      <p:grpSp>
        <p:nvGrpSpPr>
          <p:cNvPr id="565" name="Group 564">
            <a:extLst>
              <a:ext uri="{FF2B5EF4-FFF2-40B4-BE49-F238E27FC236}">
                <a16:creationId xmlns:a16="http://schemas.microsoft.com/office/drawing/2014/main" id="{FB4BF8A8-61D5-36FF-98DD-9C75B24BD7B9}"/>
              </a:ext>
            </a:extLst>
          </p:cNvPr>
          <p:cNvGrpSpPr/>
          <p:nvPr/>
        </p:nvGrpSpPr>
        <p:grpSpPr>
          <a:xfrm>
            <a:off x="54435" y="4018305"/>
            <a:ext cx="29160" cy="572040"/>
            <a:chOff x="54435" y="4018305"/>
            <a:chExt cx="29160" cy="57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66" name="Ink 565">
                  <a:extLst>
                    <a:ext uri="{FF2B5EF4-FFF2-40B4-BE49-F238E27FC236}">
                      <a16:creationId xmlns:a16="http://schemas.microsoft.com/office/drawing/2014/main" id="{17AC290D-4959-81A7-891A-28295DFDBEE9}"/>
                    </a:ext>
                  </a:extLst>
                </p14:cNvPr>
                <p14:cNvContentPartPr/>
                <p14:nvPr/>
              </p14:nvContentPartPr>
              <p14:xfrm>
                <a:off x="82155" y="4508625"/>
                <a:ext cx="1440" cy="81720"/>
              </p14:xfrm>
            </p:contentPart>
          </mc:Choice>
          <mc:Fallback xmlns="">
            <p:pic>
              <p:nvPicPr>
                <p:cNvPr id="566" name="Ink 565">
                  <a:extLst>
                    <a:ext uri="{FF2B5EF4-FFF2-40B4-BE49-F238E27FC236}">
                      <a16:creationId xmlns:a16="http://schemas.microsoft.com/office/drawing/2014/main" id="{17AC290D-4959-81A7-891A-28295DFDBEE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3155" y="4499625"/>
                  <a:ext cx="190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E45EDEF2-7571-107B-4E46-83B6444C2F07}"/>
                    </a:ext>
                  </a:extLst>
                </p14:cNvPr>
                <p14:cNvContentPartPr/>
                <p14:nvPr/>
              </p14:nvContentPartPr>
              <p14:xfrm>
                <a:off x="77115" y="4352025"/>
                <a:ext cx="1080" cy="113760"/>
              </p14:xfrm>
            </p:contentPart>
          </mc:Choice>
          <mc:Fallback xmlns=""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E45EDEF2-7571-107B-4E46-83B6444C2F0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8115" y="4343025"/>
                  <a:ext cx="187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68" name="Ink 567">
                  <a:extLst>
                    <a:ext uri="{FF2B5EF4-FFF2-40B4-BE49-F238E27FC236}">
                      <a16:creationId xmlns:a16="http://schemas.microsoft.com/office/drawing/2014/main" id="{B1A9EFEE-0382-4BDA-B061-7F26815E205A}"/>
                    </a:ext>
                  </a:extLst>
                </p14:cNvPr>
                <p14:cNvContentPartPr/>
                <p14:nvPr/>
              </p14:nvContentPartPr>
              <p14:xfrm>
                <a:off x="68835" y="4220985"/>
                <a:ext cx="3600" cy="79920"/>
              </p14:xfrm>
            </p:contentPart>
          </mc:Choice>
          <mc:Fallback xmlns="">
            <p:pic>
              <p:nvPicPr>
                <p:cNvPr id="568" name="Ink 567">
                  <a:extLst>
                    <a:ext uri="{FF2B5EF4-FFF2-40B4-BE49-F238E27FC236}">
                      <a16:creationId xmlns:a16="http://schemas.microsoft.com/office/drawing/2014/main" id="{B1A9EFEE-0382-4BDA-B061-7F26815E205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653" y="4211985"/>
                  <a:ext cx="19636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FC453194-4F03-0268-2E27-0AA4E1A1ED90}"/>
                    </a:ext>
                  </a:extLst>
                </p14:cNvPr>
                <p14:cNvContentPartPr/>
                <p14:nvPr/>
              </p14:nvContentPartPr>
              <p14:xfrm>
                <a:off x="54435" y="4018305"/>
                <a:ext cx="2160" cy="130680"/>
              </p14:xfrm>
            </p:contentPart>
          </mc:Choice>
          <mc:Fallback xmlns=""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FC453194-4F03-0268-2E27-0AA4E1A1ED9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5435" y="4009305"/>
                  <a:ext cx="1980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65D893C7-5AB9-4B8D-B7DC-B7EAE753F14E}"/>
              </a:ext>
            </a:extLst>
          </p:cNvPr>
          <p:cNvGrpSpPr/>
          <p:nvPr/>
        </p:nvGrpSpPr>
        <p:grpSpPr>
          <a:xfrm>
            <a:off x="28875" y="3183825"/>
            <a:ext cx="3321720" cy="741960"/>
            <a:chOff x="28875" y="3183825"/>
            <a:chExt cx="3321720" cy="74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FB68C470-791C-34E5-5258-BDDAEFA6B9D0}"/>
                    </a:ext>
                  </a:extLst>
                </p14:cNvPr>
                <p14:cNvContentPartPr/>
                <p14:nvPr/>
              </p14:nvContentPartPr>
              <p14:xfrm>
                <a:off x="28875" y="3802665"/>
                <a:ext cx="18000" cy="123120"/>
              </p14:xfrm>
            </p:contentPart>
          </mc:Choice>
          <mc:Fallback xmlns=""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FB68C470-791C-34E5-5258-BDDAEFA6B9D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9875" y="3793665"/>
                  <a:ext cx="356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72" name="Ink 571">
                  <a:extLst>
                    <a:ext uri="{FF2B5EF4-FFF2-40B4-BE49-F238E27FC236}">
                      <a16:creationId xmlns:a16="http://schemas.microsoft.com/office/drawing/2014/main" id="{23D5E19E-A0D5-19C8-8D09-943AFB024AB4}"/>
                    </a:ext>
                  </a:extLst>
                </p14:cNvPr>
                <p14:cNvContentPartPr/>
                <p14:nvPr/>
              </p14:nvContentPartPr>
              <p14:xfrm>
                <a:off x="81435" y="3711945"/>
                <a:ext cx="66240" cy="50400"/>
              </p14:xfrm>
            </p:contentPart>
          </mc:Choice>
          <mc:Fallback xmlns="">
            <p:pic>
              <p:nvPicPr>
                <p:cNvPr id="572" name="Ink 571">
                  <a:extLst>
                    <a:ext uri="{FF2B5EF4-FFF2-40B4-BE49-F238E27FC236}">
                      <a16:creationId xmlns:a16="http://schemas.microsoft.com/office/drawing/2014/main" id="{23D5E19E-A0D5-19C8-8D09-943AFB024AB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2435" y="3702880"/>
                  <a:ext cx="83880" cy="681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73" name="Ink 572">
                  <a:extLst>
                    <a:ext uri="{FF2B5EF4-FFF2-40B4-BE49-F238E27FC236}">
                      <a16:creationId xmlns:a16="http://schemas.microsoft.com/office/drawing/2014/main" id="{D97A72CE-F0CE-4886-AC73-F90CE6069874}"/>
                    </a:ext>
                  </a:extLst>
                </p14:cNvPr>
                <p14:cNvContentPartPr/>
                <p14:nvPr/>
              </p14:nvContentPartPr>
              <p14:xfrm>
                <a:off x="262875" y="3702585"/>
                <a:ext cx="42480" cy="14760"/>
              </p14:xfrm>
            </p:contentPart>
          </mc:Choice>
          <mc:Fallback xmlns="">
            <p:pic>
              <p:nvPicPr>
                <p:cNvPr id="573" name="Ink 572">
                  <a:extLst>
                    <a:ext uri="{FF2B5EF4-FFF2-40B4-BE49-F238E27FC236}">
                      <a16:creationId xmlns:a16="http://schemas.microsoft.com/office/drawing/2014/main" id="{D97A72CE-F0CE-4886-AC73-F90CE606987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53798" y="3693585"/>
                  <a:ext cx="60271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1C7A4DA9-CC5C-B1CA-FB29-039233C3AFE3}"/>
                    </a:ext>
                  </a:extLst>
                </p14:cNvPr>
                <p14:cNvContentPartPr/>
                <p14:nvPr/>
              </p14:nvContentPartPr>
              <p14:xfrm>
                <a:off x="424875" y="3674865"/>
                <a:ext cx="101520" cy="33480"/>
              </p14:xfrm>
            </p:contentPart>
          </mc:Choice>
          <mc:Fallback xmlns=""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1C7A4DA9-CC5C-B1CA-FB29-039233C3AFE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5843" y="3665865"/>
                  <a:ext cx="119223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041DF8C8-254C-FB92-51AA-09151417131D}"/>
                    </a:ext>
                  </a:extLst>
                </p14:cNvPr>
                <p14:cNvContentPartPr/>
                <p14:nvPr/>
              </p14:nvContentPartPr>
              <p14:xfrm>
                <a:off x="626835" y="3654345"/>
                <a:ext cx="93240" cy="27360"/>
              </p14:xfrm>
            </p:contentPart>
          </mc:Choice>
          <mc:Fallback xmlns=""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041DF8C8-254C-FB92-51AA-09151417131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17870" y="3645345"/>
                  <a:ext cx="110812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EEB41475-E9CF-783B-F3D5-1118C808E53A}"/>
                    </a:ext>
                  </a:extLst>
                </p14:cNvPr>
                <p14:cNvContentPartPr/>
                <p14:nvPr/>
              </p14:nvContentPartPr>
              <p14:xfrm>
                <a:off x="775875" y="3564705"/>
                <a:ext cx="71640" cy="54720"/>
              </p14:xfrm>
            </p:contentPart>
          </mc:Choice>
          <mc:Fallback xmlns=""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EEB41475-E9CF-783B-F3D5-1118C808E53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66875" y="3555705"/>
                  <a:ext cx="892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63EF6086-9C17-72CD-308F-D84459587C9D}"/>
                    </a:ext>
                  </a:extLst>
                </p14:cNvPr>
                <p14:cNvContentPartPr/>
                <p14:nvPr/>
              </p14:nvContentPartPr>
              <p14:xfrm>
                <a:off x="919515" y="3375705"/>
                <a:ext cx="79200" cy="100080"/>
              </p14:xfrm>
            </p:contentPart>
          </mc:Choice>
          <mc:Fallback xmlns=""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63EF6086-9C17-72CD-308F-D84459587C9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10515" y="3366705"/>
                  <a:ext cx="968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9B9ED0A5-FB8B-0B63-2725-C96FDEE81BB0}"/>
                    </a:ext>
                  </a:extLst>
                </p14:cNvPr>
                <p14:cNvContentPartPr/>
                <p14:nvPr/>
              </p14:nvContentPartPr>
              <p14:xfrm>
                <a:off x="1065315" y="3274185"/>
                <a:ext cx="101160" cy="32400"/>
              </p14:xfrm>
            </p:contentPart>
          </mc:Choice>
          <mc:Fallback xmlns=""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9B9ED0A5-FB8B-0B63-2725-C96FDEE81BB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56315" y="3265185"/>
                  <a:ext cx="1188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6A7BB62D-B881-5713-6B8E-2FB14C629190}"/>
                    </a:ext>
                  </a:extLst>
                </p14:cNvPr>
                <p14:cNvContentPartPr/>
                <p14:nvPr/>
              </p14:nvContentPartPr>
              <p14:xfrm>
                <a:off x="1293195" y="3227025"/>
                <a:ext cx="96840" cy="12960"/>
              </p14:xfrm>
            </p:contentPart>
          </mc:Choice>
          <mc:Fallback xmlns=""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6A7BB62D-B881-5713-6B8E-2FB14C62919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284195" y="3218025"/>
                  <a:ext cx="1144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9A8EE1A4-617C-25C0-27C2-54A40F957918}"/>
                    </a:ext>
                  </a:extLst>
                </p14:cNvPr>
                <p14:cNvContentPartPr/>
                <p14:nvPr/>
              </p14:nvContentPartPr>
              <p14:xfrm>
                <a:off x="1503795" y="3191385"/>
                <a:ext cx="106200" cy="11520"/>
              </p14:xfrm>
            </p:contentPart>
          </mc:Choice>
          <mc:Fallback xmlns=""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9A8EE1A4-617C-25C0-27C2-54A40F95791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494795" y="3182385"/>
                  <a:ext cx="1238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81" name="Ink 580">
                  <a:extLst>
                    <a:ext uri="{FF2B5EF4-FFF2-40B4-BE49-F238E27FC236}">
                      <a16:creationId xmlns:a16="http://schemas.microsoft.com/office/drawing/2014/main" id="{48822C2F-E01C-78BF-4D6A-AA2AA3604BE8}"/>
                    </a:ext>
                  </a:extLst>
                </p14:cNvPr>
                <p14:cNvContentPartPr/>
                <p14:nvPr/>
              </p14:nvContentPartPr>
              <p14:xfrm>
                <a:off x="1687395" y="3183825"/>
                <a:ext cx="109440" cy="9360"/>
              </p14:xfrm>
            </p:contentPart>
          </mc:Choice>
          <mc:Fallback xmlns="">
            <p:pic>
              <p:nvPicPr>
                <p:cNvPr id="581" name="Ink 580">
                  <a:extLst>
                    <a:ext uri="{FF2B5EF4-FFF2-40B4-BE49-F238E27FC236}">
                      <a16:creationId xmlns:a16="http://schemas.microsoft.com/office/drawing/2014/main" id="{48822C2F-E01C-78BF-4D6A-AA2AA3604BE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678395" y="3175158"/>
                  <a:ext cx="127080" cy="263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82" name="Ink 581">
                  <a:extLst>
                    <a:ext uri="{FF2B5EF4-FFF2-40B4-BE49-F238E27FC236}">
                      <a16:creationId xmlns:a16="http://schemas.microsoft.com/office/drawing/2014/main" id="{BC7A5FA3-944B-D75B-8329-300A80174564}"/>
                    </a:ext>
                  </a:extLst>
                </p14:cNvPr>
                <p14:cNvContentPartPr/>
                <p14:nvPr/>
              </p14:nvContentPartPr>
              <p14:xfrm>
                <a:off x="1914555" y="3194265"/>
                <a:ext cx="91800" cy="3960"/>
              </p14:xfrm>
            </p:contentPart>
          </mc:Choice>
          <mc:Fallback xmlns="">
            <p:pic>
              <p:nvPicPr>
                <p:cNvPr id="582" name="Ink 581">
                  <a:extLst>
                    <a:ext uri="{FF2B5EF4-FFF2-40B4-BE49-F238E27FC236}">
                      <a16:creationId xmlns:a16="http://schemas.microsoft.com/office/drawing/2014/main" id="{BC7A5FA3-944B-D75B-8329-300A8017456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905555" y="3185265"/>
                  <a:ext cx="1094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83" name="Ink 582">
                  <a:extLst>
                    <a:ext uri="{FF2B5EF4-FFF2-40B4-BE49-F238E27FC236}">
                      <a16:creationId xmlns:a16="http://schemas.microsoft.com/office/drawing/2014/main" id="{5674D241-9E5F-69FB-971E-3C3057F2380B}"/>
                    </a:ext>
                  </a:extLst>
                </p14:cNvPr>
                <p14:cNvContentPartPr/>
                <p14:nvPr/>
              </p14:nvContentPartPr>
              <p14:xfrm>
                <a:off x="2084475" y="3220905"/>
                <a:ext cx="81360" cy="22320"/>
              </p14:xfrm>
            </p:contentPart>
          </mc:Choice>
          <mc:Fallback xmlns="">
            <p:pic>
              <p:nvPicPr>
                <p:cNvPr id="583" name="Ink 582">
                  <a:extLst>
                    <a:ext uri="{FF2B5EF4-FFF2-40B4-BE49-F238E27FC236}">
                      <a16:creationId xmlns:a16="http://schemas.microsoft.com/office/drawing/2014/main" id="{5674D241-9E5F-69FB-971E-3C3057F2380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075475" y="3211905"/>
                  <a:ext cx="990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84" name="Ink 583">
                  <a:extLst>
                    <a:ext uri="{FF2B5EF4-FFF2-40B4-BE49-F238E27FC236}">
                      <a16:creationId xmlns:a16="http://schemas.microsoft.com/office/drawing/2014/main" id="{A52F7EDC-E968-8047-1C3F-E7D3528D1BCF}"/>
                    </a:ext>
                  </a:extLst>
                </p14:cNvPr>
                <p14:cNvContentPartPr/>
                <p14:nvPr/>
              </p14:nvContentPartPr>
              <p14:xfrm>
                <a:off x="2262315" y="3225945"/>
                <a:ext cx="82440" cy="49320"/>
              </p14:xfrm>
            </p:contentPart>
          </mc:Choice>
          <mc:Fallback xmlns="">
            <p:pic>
              <p:nvPicPr>
                <p:cNvPr id="584" name="Ink 583">
                  <a:extLst>
                    <a:ext uri="{FF2B5EF4-FFF2-40B4-BE49-F238E27FC236}">
                      <a16:creationId xmlns:a16="http://schemas.microsoft.com/office/drawing/2014/main" id="{A52F7EDC-E968-8047-1C3F-E7D3528D1BC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253315" y="3216945"/>
                  <a:ext cx="1000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85" name="Ink 584">
                  <a:extLst>
                    <a:ext uri="{FF2B5EF4-FFF2-40B4-BE49-F238E27FC236}">
                      <a16:creationId xmlns:a16="http://schemas.microsoft.com/office/drawing/2014/main" id="{24DAE25A-0F54-C616-ECEA-820628AC2B49}"/>
                    </a:ext>
                  </a:extLst>
                </p14:cNvPr>
                <p14:cNvContentPartPr/>
                <p14:nvPr/>
              </p14:nvContentPartPr>
              <p14:xfrm>
                <a:off x="2427555" y="3319905"/>
                <a:ext cx="121320" cy="71640"/>
              </p14:xfrm>
            </p:contentPart>
          </mc:Choice>
          <mc:Fallback xmlns="">
            <p:pic>
              <p:nvPicPr>
                <p:cNvPr id="585" name="Ink 584">
                  <a:extLst>
                    <a:ext uri="{FF2B5EF4-FFF2-40B4-BE49-F238E27FC236}">
                      <a16:creationId xmlns:a16="http://schemas.microsoft.com/office/drawing/2014/main" id="{24DAE25A-0F54-C616-ECEA-820628AC2B4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418582" y="3310860"/>
                  <a:ext cx="138908" cy="893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86" name="Ink 585">
                  <a:extLst>
                    <a:ext uri="{FF2B5EF4-FFF2-40B4-BE49-F238E27FC236}">
                      <a16:creationId xmlns:a16="http://schemas.microsoft.com/office/drawing/2014/main" id="{4BEAF529-F243-0062-D945-36546D4BF1B2}"/>
                    </a:ext>
                  </a:extLst>
                </p14:cNvPr>
                <p14:cNvContentPartPr/>
                <p14:nvPr/>
              </p14:nvContentPartPr>
              <p14:xfrm>
                <a:off x="2651835" y="3405585"/>
                <a:ext cx="98640" cy="57960"/>
              </p14:xfrm>
            </p:contentPart>
          </mc:Choice>
          <mc:Fallback xmlns="">
            <p:pic>
              <p:nvPicPr>
                <p:cNvPr id="586" name="Ink 585">
                  <a:extLst>
                    <a:ext uri="{FF2B5EF4-FFF2-40B4-BE49-F238E27FC236}">
                      <a16:creationId xmlns:a16="http://schemas.microsoft.com/office/drawing/2014/main" id="{4BEAF529-F243-0062-D945-36546D4BF1B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642802" y="3396585"/>
                  <a:ext cx="116345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87" name="Ink 586">
                  <a:extLst>
                    <a:ext uri="{FF2B5EF4-FFF2-40B4-BE49-F238E27FC236}">
                      <a16:creationId xmlns:a16="http://schemas.microsoft.com/office/drawing/2014/main" id="{FFC51F3A-1A33-8528-C7F5-5F69FB67B660}"/>
                    </a:ext>
                  </a:extLst>
                </p14:cNvPr>
                <p14:cNvContentPartPr/>
                <p14:nvPr/>
              </p14:nvContentPartPr>
              <p14:xfrm>
                <a:off x="2825355" y="3508185"/>
                <a:ext cx="100440" cy="78120"/>
              </p14:xfrm>
            </p:contentPart>
          </mc:Choice>
          <mc:Fallback xmlns="">
            <p:pic>
              <p:nvPicPr>
                <p:cNvPr id="587" name="Ink 586">
                  <a:extLst>
                    <a:ext uri="{FF2B5EF4-FFF2-40B4-BE49-F238E27FC236}">
                      <a16:creationId xmlns:a16="http://schemas.microsoft.com/office/drawing/2014/main" id="{FFC51F3A-1A33-8528-C7F5-5F69FB67B66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816323" y="3499185"/>
                  <a:ext cx="118143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88" name="Ink 587">
                  <a:extLst>
                    <a:ext uri="{FF2B5EF4-FFF2-40B4-BE49-F238E27FC236}">
                      <a16:creationId xmlns:a16="http://schemas.microsoft.com/office/drawing/2014/main" id="{1B7BAB20-0DFD-627C-13B7-AF5F1F55B0AD}"/>
                    </a:ext>
                  </a:extLst>
                </p14:cNvPr>
                <p14:cNvContentPartPr/>
                <p14:nvPr/>
              </p14:nvContentPartPr>
              <p14:xfrm>
                <a:off x="2996355" y="3604305"/>
                <a:ext cx="82440" cy="28440"/>
              </p14:xfrm>
            </p:contentPart>
          </mc:Choice>
          <mc:Fallback xmlns="">
            <p:pic>
              <p:nvPicPr>
                <p:cNvPr id="588" name="Ink 587">
                  <a:extLst>
                    <a:ext uri="{FF2B5EF4-FFF2-40B4-BE49-F238E27FC236}">
                      <a16:creationId xmlns:a16="http://schemas.microsoft.com/office/drawing/2014/main" id="{1B7BAB20-0DFD-627C-13B7-AF5F1F55B0A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987355" y="3595190"/>
                  <a:ext cx="100080" cy="463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89" name="Ink 588">
                  <a:extLst>
                    <a:ext uri="{FF2B5EF4-FFF2-40B4-BE49-F238E27FC236}">
                      <a16:creationId xmlns:a16="http://schemas.microsoft.com/office/drawing/2014/main" id="{D2FCC508-F8E7-C036-EAC7-EC7C1281278B}"/>
                    </a:ext>
                  </a:extLst>
                </p14:cNvPr>
                <p14:cNvContentPartPr/>
                <p14:nvPr/>
              </p14:nvContentPartPr>
              <p14:xfrm>
                <a:off x="3150435" y="3637425"/>
                <a:ext cx="94320" cy="18000"/>
              </p14:xfrm>
            </p:contentPart>
          </mc:Choice>
          <mc:Fallback xmlns="">
            <p:pic>
              <p:nvPicPr>
                <p:cNvPr id="589" name="Ink 588">
                  <a:extLst>
                    <a:ext uri="{FF2B5EF4-FFF2-40B4-BE49-F238E27FC236}">
                      <a16:creationId xmlns:a16="http://schemas.microsoft.com/office/drawing/2014/main" id="{D2FCC508-F8E7-C036-EAC7-EC7C1281278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141435" y="3628425"/>
                  <a:ext cx="1119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9B381DA1-F60A-6462-9A92-7D9506810AE9}"/>
                    </a:ext>
                  </a:extLst>
                </p14:cNvPr>
                <p14:cNvContentPartPr/>
                <p14:nvPr/>
              </p14:nvContentPartPr>
              <p14:xfrm>
                <a:off x="3311355" y="3664425"/>
                <a:ext cx="39240" cy="80280"/>
              </p14:xfrm>
            </p:contentPart>
          </mc:Choice>
          <mc:Fallback xmlns=""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9B381DA1-F60A-6462-9A92-7D9506810AE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302355" y="3655425"/>
                  <a:ext cx="56880" cy="9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591" name="Ink 590">
                <a:extLst>
                  <a:ext uri="{FF2B5EF4-FFF2-40B4-BE49-F238E27FC236}">
                    <a16:creationId xmlns:a16="http://schemas.microsoft.com/office/drawing/2014/main" id="{9BB8D9A3-5E63-785D-05F9-259040A6D0C9}"/>
                  </a:ext>
                </a:extLst>
              </p14:cNvPr>
              <p14:cNvContentPartPr/>
              <p14:nvPr/>
            </p14:nvContentPartPr>
            <p14:xfrm>
              <a:off x="3358875" y="3896625"/>
              <a:ext cx="5400" cy="84960"/>
            </p14:xfrm>
          </p:contentPart>
        </mc:Choice>
        <mc:Fallback xmlns="">
          <p:pic>
            <p:nvPicPr>
              <p:cNvPr id="591" name="Ink 590">
                <a:extLst>
                  <a:ext uri="{FF2B5EF4-FFF2-40B4-BE49-F238E27FC236}">
                    <a16:creationId xmlns:a16="http://schemas.microsoft.com/office/drawing/2014/main" id="{9BB8D9A3-5E63-785D-05F9-259040A6D0C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349875" y="3887625"/>
                <a:ext cx="2304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592" name="Ink 591">
                <a:extLst>
                  <a:ext uri="{FF2B5EF4-FFF2-40B4-BE49-F238E27FC236}">
                    <a16:creationId xmlns:a16="http://schemas.microsoft.com/office/drawing/2014/main" id="{6ECB2662-C29F-8DF9-AEDC-B521BC8CBC1F}"/>
                  </a:ext>
                </a:extLst>
              </p14:cNvPr>
              <p14:cNvContentPartPr/>
              <p14:nvPr/>
            </p14:nvContentPartPr>
            <p14:xfrm>
              <a:off x="3380835" y="4079505"/>
              <a:ext cx="4680" cy="78120"/>
            </p14:xfrm>
          </p:contentPart>
        </mc:Choice>
        <mc:Fallback xmlns="">
          <p:pic>
            <p:nvPicPr>
              <p:cNvPr id="592" name="Ink 591">
                <a:extLst>
                  <a:ext uri="{FF2B5EF4-FFF2-40B4-BE49-F238E27FC236}">
                    <a16:creationId xmlns:a16="http://schemas.microsoft.com/office/drawing/2014/main" id="{6ECB2662-C29F-8DF9-AEDC-B521BC8CBC1F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371835" y="4070546"/>
                <a:ext cx="22320" cy="956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593" name="Ink 592">
                <a:extLst>
                  <a:ext uri="{FF2B5EF4-FFF2-40B4-BE49-F238E27FC236}">
                    <a16:creationId xmlns:a16="http://schemas.microsoft.com/office/drawing/2014/main" id="{A34CAF34-BBA6-8026-490D-C269625FB955}"/>
                  </a:ext>
                </a:extLst>
              </p14:cNvPr>
              <p14:cNvContentPartPr/>
              <p14:nvPr/>
            </p14:nvContentPartPr>
            <p14:xfrm>
              <a:off x="3393435" y="4276785"/>
              <a:ext cx="11520" cy="96840"/>
            </p14:xfrm>
          </p:contentPart>
        </mc:Choice>
        <mc:Fallback xmlns="">
          <p:pic>
            <p:nvPicPr>
              <p:cNvPr id="593" name="Ink 592">
                <a:extLst>
                  <a:ext uri="{FF2B5EF4-FFF2-40B4-BE49-F238E27FC236}">
                    <a16:creationId xmlns:a16="http://schemas.microsoft.com/office/drawing/2014/main" id="{A34CAF34-BBA6-8026-490D-C269625FB955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384435" y="4267785"/>
                <a:ext cx="29160" cy="11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594" name="Group 593">
            <a:extLst>
              <a:ext uri="{FF2B5EF4-FFF2-40B4-BE49-F238E27FC236}">
                <a16:creationId xmlns:a16="http://schemas.microsoft.com/office/drawing/2014/main" id="{7DC1B637-B416-4AF9-1865-A1EED969CEE8}"/>
              </a:ext>
            </a:extLst>
          </p:cNvPr>
          <p:cNvGrpSpPr/>
          <p:nvPr/>
        </p:nvGrpSpPr>
        <p:grpSpPr>
          <a:xfrm>
            <a:off x="3433395" y="4456065"/>
            <a:ext cx="242280" cy="342000"/>
            <a:chOff x="3433395" y="4456065"/>
            <a:chExt cx="242280" cy="34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99D13FF7-C1EA-D312-CE42-B6D65FCD3F0F}"/>
                    </a:ext>
                  </a:extLst>
                </p14:cNvPr>
                <p14:cNvContentPartPr/>
                <p14:nvPr/>
              </p14:nvContentPartPr>
              <p14:xfrm>
                <a:off x="3433395" y="4456065"/>
                <a:ext cx="28080" cy="82440"/>
              </p14:xfrm>
            </p:contentPart>
          </mc:Choice>
          <mc:Fallback xmlns=""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99D13FF7-C1EA-D312-CE42-B6D65FCD3F0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424509" y="4447065"/>
                  <a:ext cx="45497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96" name="Ink 595">
                  <a:extLst>
                    <a:ext uri="{FF2B5EF4-FFF2-40B4-BE49-F238E27FC236}">
                      <a16:creationId xmlns:a16="http://schemas.microsoft.com/office/drawing/2014/main" id="{A321351A-C0AD-CFC6-E352-D47C9CAB00BC}"/>
                    </a:ext>
                  </a:extLst>
                </p14:cNvPr>
                <p14:cNvContentPartPr/>
                <p14:nvPr/>
              </p14:nvContentPartPr>
              <p14:xfrm>
                <a:off x="3519795" y="4600065"/>
                <a:ext cx="58680" cy="58680"/>
              </p14:xfrm>
            </p:contentPart>
          </mc:Choice>
          <mc:Fallback xmlns="">
            <p:pic>
              <p:nvPicPr>
                <p:cNvPr id="596" name="Ink 595">
                  <a:extLst>
                    <a:ext uri="{FF2B5EF4-FFF2-40B4-BE49-F238E27FC236}">
                      <a16:creationId xmlns:a16="http://schemas.microsoft.com/office/drawing/2014/main" id="{A321351A-C0AD-CFC6-E352-D47C9CAB00B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510795" y="4591120"/>
                  <a:ext cx="76320" cy="762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5945773E-1101-0C9D-EA42-E28E7D131F5F}"/>
                    </a:ext>
                  </a:extLst>
                </p14:cNvPr>
                <p14:cNvContentPartPr/>
                <p14:nvPr/>
              </p14:nvContentPartPr>
              <p14:xfrm>
                <a:off x="3640035" y="4725345"/>
                <a:ext cx="35640" cy="72720"/>
              </p14:xfrm>
            </p:contentPart>
          </mc:Choice>
          <mc:Fallback xmlns=""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5945773E-1101-0C9D-EA42-E28E7D131F5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631035" y="4716389"/>
                  <a:ext cx="53280" cy="9027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598" name="Ink 597">
                <a:extLst>
                  <a:ext uri="{FF2B5EF4-FFF2-40B4-BE49-F238E27FC236}">
                    <a16:creationId xmlns:a16="http://schemas.microsoft.com/office/drawing/2014/main" id="{67FE55A8-B2AA-C2C8-007A-DEC438B8EAB5}"/>
                  </a:ext>
                </a:extLst>
              </p14:cNvPr>
              <p14:cNvContentPartPr/>
              <p14:nvPr/>
            </p14:nvContentPartPr>
            <p14:xfrm>
              <a:off x="3699075" y="4904985"/>
              <a:ext cx="2160" cy="88560"/>
            </p14:xfrm>
          </p:contentPart>
        </mc:Choice>
        <mc:Fallback xmlns="">
          <p:pic>
            <p:nvPicPr>
              <p:cNvPr id="598" name="Ink 597">
                <a:extLst>
                  <a:ext uri="{FF2B5EF4-FFF2-40B4-BE49-F238E27FC236}">
                    <a16:creationId xmlns:a16="http://schemas.microsoft.com/office/drawing/2014/main" id="{67FE55A8-B2AA-C2C8-007A-DEC438B8EAB5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3688275" y="4895985"/>
                <a:ext cx="23328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599" name="Ink 598">
                <a:extLst>
                  <a:ext uri="{FF2B5EF4-FFF2-40B4-BE49-F238E27FC236}">
                    <a16:creationId xmlns:a16="http://schemas.microsoft.com/office/drawing/2014/main" id="{433D06CC-3833-DA71-D819-27894A629603}"/>
                  </a:ext>
                </a:extLst>
              </p14:cNvPr>
              <p14:cNvContentPartPr/>
              <p14:nvPr/>
            </p14:nvContentPartPr>
            <p14:xfrm>
              <a:off x="3686475" y="5123145"/>
              <a:ext cx="2160" cy="80640"/>
            </p14:xfrm>
          </p:contentPart>
        </mc:Choice>
        <mc:Fallback xmlns="">
          <p:pic>
            <p:nvPicPr>
              <p:cNvPr id="599" name="Ink 598">
                <a:extLst>
                  <a:ext uri="{FF2B5EF4-FFF2-40B4-BE49-F238E27FC236}">
                    <a16:creationId xmlns:a16="http://schemas.microsoft.com/office/drawing/2014/main" id="{433D06CC-3833-DA71-D819-27894A629603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677475" y="5114145"/>
                <a:ext cx="1980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600" name="Ink 599">
                <a:extLst>
                  <a:ext uri="{FF2B5EF4-FFF2-40B4-BE49-F238E27FC236}">
                    <a16:creationId xmlns:a16="http://schemas.microsoft.com/office/drawing/2014/main" id="{94D8ECEF-4050-C541-FC34-BB17041CA429}"/>
                  </a:ext>
                </a:extLst>
              </p14:cNvPr>
              <p14:cNvContentPartPr/>
              <p14:nvPr/>
            </p14:nvContentPartPr>
            <p14:xfrm>
              <a:off x="3634275" y="5327265"/>
              <a:ext cx="55080" cy="130680"/>
            </p14:xfrm>
          </p:contentPart>
        </mc:Choice>
        <mc:Fallback xmlns="">
          <p:pic>
            <p:nvPicPr>
              <p:cNvPr id="600" name="Ink 599">
                <a:extLst>
                  <a:ext uri="{FF2B5EF4-FFF2-40B4-BE49-F238E27FC236}">
                    <a16:creationId xmlns:a16="http://schemas.microsoft.com/office/drawing/2014/main" id="{94D8ECEF-4050-C541-FC34-BB17041CA429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3625333" y="5318265"/>
                <a:ext cx="72605" cy="14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01" name="Group 600">
            <a:extLst>
              <a:ext uri="{FF2B5EF4-FFF2-40B4-BE49-F238E27FC236}">
                <a16:creationId xmlns:a16="http://schemas.microsoft.com/office/drawing/2014/main" id="{1702900F-3475-896E-EB2C-783475B237E9}"/>
              </a:ext>
            </a:extLst>
          </p:cNvPr>
          <p:cNvGrpSpPr/>
          <p:nvPr/>
        </p:nvGrpSpPr>
        <p:grpSpPr>
          <a:xfrm>
            <a:off x="3152955" y="5454345"/>
            <a:ext cx="487440" cy="131040"/>
            <a:chOff x="3152955" y="5454345"/>
            <a:chExt cx="487440" cy="13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02" name="Ink 601">
                  <a:extLst>
                    <a:ext uri="{FF2B5EF4-FFF2-40B4-BE49-F238E27FC236}">
                      <a16:creationId xmlns:a16="http://schemas.microsoft.com/office/drawing/2014/main" id="{3C4FCC97-B05E-EC95-F4DA-10F3B18C171A}"/>
                    </a:ext>
                  </a:extLst>
                </p14:cNvPr>
                <p14:cNvContentPartPr/>
                <p14:nvPr/>
              </p14:nvContentPartPr>
              <p14:xfrm>
                <a:off x="3426555" y="5515905"/>
                <a:ext cx="96840" cy="10080"/>
              </p14:xfrm>
            </p:contentPart>
          </mc:Choice>
          <mc:Fallback xmlns="">
            <p:pic>
              <p:nvPicPr>
                <p:cNvPr id="602" name="Ink 601">
                  <a:extLst>
                    <a:ext uri="{FF2B5EF4-FFF2-40B4-BE49-F238E27FC236}">
                      <a16:creationId xmlns:a16="http://schemas.microsoft.com/office/drawing/2014/main" id="{3C4FCC97-B05E-EC95-F4DA-10F3B18C171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417588" y="5506905"/>
                  <a:ext cx="114415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82862EE9-4B2D-2BA0-76AF-DDAFE78C75E0}"/>
                    </a:ext>
                  </a:extLst>
                </p14:cNvPr>
                <p14:cNvContentPartPr/>
                <p14:nvPr/>
              </p14:nvContentPartPr>
              <p14:xfrm>
                <a:off x="3152955" y="5576025"/>
                <a:ext cx="140760" cy="9360"/>
              </p14:xfrm>
            </p:contentPart>
          </mc:Choice>
          <mc:Fallback xmlns=""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82862EE9-4B2D-2BA0-76AF-DDAFE78C75E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143955" y="5567025"/>
                  <a:ext cx="1584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B70B1ABE-B482-8DC6-A0C6-0BE3719984FB}"/>
                    </a:ext>
                  </a:extLst>
                </p14:cNvPr>
                <p14:cNvContentPartPr/>
                <p14:nvPr/>
              </p14:nvContentPartPr>
              <p14:xfrm>
                <a:off x="3349515" y="5572785"/>
                <a:ext cx="95040" cy="5400"/>
              </p14:xfrm>
            </p:contentPart>
          </mc:Choice>
          <mc:Fallback xmlns=""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B70B1ABE-B482-8DC6-A0C6-0BE3719984F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340549" y="5563785"/>
                  <a:ext cx="112613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4DF5F770-2D73-6CB4-9C75-627ED8046A66}"/>
                    </a:ext>
                  </a:extLst>
                </p14:cNvPr>
                <p14:cNvContentPartPr/>
                <p14:nvPr/>
              </p14:nvContentPartPr>
              <p14:xfrm>
                <a:off x="3565515" y="5454345"/>
                <a:ext cx="74880" cy="55440"/>
              </p14:xfrm>
            </p:contentPart>
          </mc:Choice>
          <mc:Fallback xmlns=""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4DF5F770-2D73-6CB4-9C75-627ED8046A6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556515" y="5445345"/>
                  <a:ext cx="92520" cy="7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6" name="Group 605">
            <a:extLst>
              <a:ext uri="{FF2B5EF4-FFF2-40B4-BE49-F238E27FC236}">
                <a16:creationId xmlns:a16="http://schemas.microsoft.com/office/drawing/2014/main" id="{AE116AD6-3376-232E-6873-F9D61E2BE8CD}"/>
              </a:ext>
            </a:extLst>
          </p:cNvPr>
          <p:cNvGrpSpPr/>
          <p:nvPr/>
        </p:nvGrpSpPr>
        <p:grpSpPr>
          <a:xfrm>
            <a:off x="2656875" y="5596545"/>
            <a:ext cx="468000" cy="55440"/>
            <a:chOff x="2656875" y="5596545"/>
            <a:chExt cx="468000" cy="5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07" name="Ink 606">
                  <a:extLst>
                    <a:ext uri="{FF2B5EF4-FFF2-40B4-BE49-F238E27FC236}">
                      <a16:creationId xmlns:a16="http://schemas.microsoft.com/office/drawing/2014/main" id="{49022FDD-25F8-819A-E263-5B8E9B00E39B}"/>
                    </a:ext>
                  </a:extLst>
                </p14:cNvPr>
                <p14:cNvContentPartPr/>
                <p14:nvPr/>
              </p14:nvContentPartPr>
              <p14:xfrm>
                <a:off x="2993115" y="5596545"/>
                <a:ext cx="131760" cy="11520"/>
              </p14:xfrm>
            </p:contentPart>
          </mc:Choice>
          <mc:Fallback xmlns="">
            <p:pic>
              <p:nvPicPr>
                <p:cNvPr id="607" name="Ink 606">
                  <a:extLst>
                    <a:ext uri="{FF2B5EF4-FFF2-40B4-BE49-F238E27FC236}">
                      <a16:creationId xmlns:a16="http://schemas.microsoft.com/office/drawing/2014/main" id="{49022FDD-25F8-819A-E263-5B8E9B00E39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984115" y="5587545"/>
                  <a:ext cx="149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08" name="Ink 607">
                  <a:extLst>
                    <a:ext uri="{FF2B5EF4-FFF2-40B4-BE49-F238E27FC236}">
                      <a16:creationId xmlns:a16="http://schemas.microsoft.com/office/drawing/2014/main" id="{25615848-C25A-AC06-974B-712C35F07550}"/>
                    </a:ext>
                  </a:extLst>
                </p14:cNvPr>
                <p14:cNvContentPartPr/>
                <p14:nvPr/>
              </p14:nvContentPartPr>
              <p14:xfrm>
                <a:off x="2839035" y="5601945"/>
                <a:ext cx="110160" cy="6120"/>
              </p14:xfrm>
            </p:contentPart>
          </mc:Choice>
          <mc:Fallback xmlns="">
            <p:pic>
              <p:nvPicPr>
                <p:cNvPr id="608" name="Ink 607">
                  <a:extLst>
                    <a:ext uri="{FF2B5EF4-FFF2-40B4-BE49-F238E27FC236}">
                      <a16:creationId xmlns:a16="http://schemas.microsoft.com/office/drawing/2014/main" id="{25615848-C25A-AC06-974B-712C35F0755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830035" y="5592945"/>
                  <a:ext cx="1278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D6B4543F-DFC9-761A-EEA4-8DAEAF0F7F7E}"/>
                    </a:ext>
                  </a:extLst>
                </p14:cNvPr>
                <p14:cNvContentPartPr/>
                <p14:nvPr/>
              </p14:nvContentPartPr>
              <p14:xfrm>
                <a:off x="2656875" y="5646945"/>
                <a:ext cx="115920" cy="5040"/>
              </p14:xfrm>
            </p:contentPart>
          </mc:Choice>
          <mc:Fallback xmlns=""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D6B4543F-DFC9-761A-EEA4-8DAEAF0F7F7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647875" y="5637945"/>
                  <a:ext cx="13356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0" name="Group 609">
            <a:extLst>
              <a:ext uri="{FF2B5EF4-FFF2-40B4-BE49-F238E27FC236}">
                <a16:creationId xmlns:a16="http://schemas.microsoft.com/office/drawing/2014/main" id="{2F63927D-AC69-3255-642F-18CD7E2DFAF6}"/>
              </a:ext>
            </a:extLst>
          </p:cNvPr>
          <p:cNvGrpSpPr/>
          <p:nvPr/>
        </p:nvGrpSpPr>
        <p:grpSpPr>
          <a:xfrm>
            <a:off x="57675" y="4604385"/>
            <a:ext cx="29520" cy="295560"/>
            <a:chOff x="57675" y="4604385"/>
            <a:chExt cx="29520" cy="29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C3126327-6D4A-6A37-11A1-C6330425142C}"/>
                    </a:ext>
                  </a:extLst>
                </p14:cNvPr>
                <p14:cNvContentPartPr/>
                <p14:nvPr/>
              </p14:nvContentPartPr>
              <p14:xfrm>
                <a:off x="57675" y="4604385"/>
                <a:ext cx="2880" cy="10440"/>
              </p14:xfrm>
            </p:contentPart>
          </mc:Choice>
          <mc:Fallback xmlns=""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C3126327-6D4A-6A37-11A1-C6330425142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8675" y="4595385"/>
                  <a:ext cx="205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48738F2D-D51C-6280-1B7B-4A4F31BF2E45}"/>
                    </a:ext>
                  </a:extLst>
                </p14:cNvPr>
                <p14:cNvContentPartPr/>
                <p14:nvPr/>
              </p14:nvContentPartPr>
              <p14:xfrm>
                <a:off x="68835" y="4659465"/>
                <a:ext cx="1080" cy="87480"/>
              </p14:xfrm>
            </p:contentPart>
          </mc:Choice>
          <mc:Fallback xmlns=""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48738F2D-D51C-6280-1B7B-4A4F31BF2E4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2085" y="4650465"/>
                  <a:ext cx="1431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13" name="Ink 612">
                  <a:extLst>
                    <a:ext uri="{FF2B5EF4-FFF2-40B4-BE49-F238E27FC236}">
                      <a16:creationId xmlns:a16="http://schemas.microsoft.com/office/drawing/2014/main" id="{AE509CEE-35E8-D518-FF53-6803BF8F26B5}"/>
                    </a:ext>
                  </a:extLst>
                </p14:cNvPr>
                <p14:cNvContentPartPr/>
                <p14:nvPr/>
              </p14:nvContentPartPr>
              <p14:xfrm>
                <a:off x="73155" y="4807065"/>
                <a:ext cx="14040" cy="92880"/>
              </p14:xfrm>
            </p:contentPart>
          </mc:Choice>
          <mc:Fallback xmlns="">
            <p:pic>
              <p:nvPicPr>
                <p:cNvPr id="613" name="Ink 612">
                  <a:extLst>
                    <a:ext uri="{FF2B5EF4-FFF2-40B4-BE49-F238E27FC236}">
                      <a16:creationId xmlns:a16="http://schemas.microsoft.com/office/drawing/2014/main" id="{AE509CEE-35E8-D518-FF53-6803BF8F26B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4155" y="4798065"/>
                  <a:ext cx="31680" cy="11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614" name="Ink 613">
                <a:extLst>
                  <a:ext uri="{FF2B5EF4-FFF2-40B4-BE49-F238E27FC236}">
                    <a16:creationId xmlns:a16="http://schemas.microsoft.com/office/drawing/2014/main" id="{959773B4-A017-B5EC-9129-FE600561D6DF}"/>
                  </a:ext>
                </a:extLst>
              </p14:cNvPr>
              <p14:cNvContentPartPr/>
              <p14:nvPr/>
            </p14:nvContentPartPr>
            <p14:xfrm>
              <a:off x="74595" y="4980225"/>
              <a:ext cx="17280" cy="91800"/>
            </p14:xfrm>
          </p:contentPart>
        </mc:Choice>
        <mc:Fallback xmlns="">
          <p:pic>
            <p:nvPicPr>
              <p:cNvPr id="614" name="Ink 613">
                <a:extLst>
                  <a:ext uri="{FF2B5EF4-FFF2-40B4-BE49-F238E27FC236}">
                    <a16:creationId xmlns:a16="http://schemas.microsoft.com/office/drawing/2014/main" id="{959773B4-A017-B5EC-9129-FE600561D6DF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65595" y="4971225"/>
                <a:ext cx="3492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615" name="Ink 614">
                <a:extLst>
                  <a:ext uri="{FF2B5EF4-FFF2-40B4-BE49-F238E27FC236}">
                    <a16:creationId xmlns:a16="http://schemas.microsoft.com/office/drawing/2014/main" id="{67DDFAF4-D4D2-76F9-6C37-5E1D151C52AA}"/>
                  </a:ext>
                </a:extLst>
              </p14:cNvPr>
              <p14:cNvContentPartPr/>
              <p14:nvPr/>
            </p14:nvContentPartPr>
            <p14:xfrm>
              <a:off x="119955" y="5146905"/>
              <a:ext cx="15840" cy="64800"/>
            </p14:xfrm>
          </p:contentPart>
        </mc:Choice>
        <mc:Fallback xmlns="">
          <p:pic>
            <p:nvPicPr>
              <p:cNvPr id="615" name="Ink 614">
                <a:extLst>
                  <a:ext uri="{FF2B5EF4-FFF2-40B4-BE49-F238E27FC236}">
                    <a16:creationId xmlns:a16="http://schemas.microsoft.com/office/drawing/2014/main" id="{67DDFAF4-D4D2-76F9-6C37-5E1D151C52AA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11155" y="5137855"/>
                <a:ext cx="33088" cy="82539"/>
              </a:xfrm>
              <a:prstGeom prst="rect">
                <a:avLst/>
              </a:prstGeom>
            </p:spPr>
          </p:pic>
        </mc:Fallback>
      </mc:AlternateContent>
      <p:grpSp>
        <p:nvGrpSpPr>
          <p:cNvPr id="616" name="Group 615">
            <a:extLst>
              <a:ext uri="{FF2B5EF4-FFF2-40B4-BE49-F238E27FC236}">
                <a16:creationId xmlns:a16="http://schemas.microsoft.com/office/drawing/2014/main" id="{A7C42AAB-72C2-E26A-8A07-F54486551497}"/>
              </a:ext>
            </a:extLst>
          </p:cNvPr>
          <p:cNvGrpSpPr/>
          <p:nvPr/>
        </p:nvGrpSpPr>
        <p:grpSpPr>
          <a:xfrm>
            <a:off x="186555" y="5287665"/>
            <a:ext cx="2380320" cy="474480"/>
            <a:chOff x="186555" y="5287665"/>
            <a:chExt cx="2380320" cy="47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17" name="Ink 616">
                  <a:extLst>
                    <a:ext uri="{FF2B5EF4-FFF2-40B4-BE49-F238E27FC236}">
                      <a16:creationId xmlns:a16="http://schemas.microsoft.com/office/drawing/2014/main" id="{CE10C450-688F-9E2B-8568-F17C11980881}"/>
                    </a:ext>
                  </a:extLst>
                </p14:cNvPr>
                <p14:cNvContentPartPr/>
                <p14:nvPr/>
              </p14:nvContentPartPr>
              <p14:xfrm>
                <a:off x="186555" y="5287665"/>
                <a:ext cx="77400" cy="83160"/>
              </p14:xfrm>
            </p:contentPart>
          </mc:Choice>
          <mc:Fallback xmlns="">
            <p:pic>
              <p:nvPicPr>
                <p:cNvPr id="617" name="Ink 616">
                  <a:extLst>
                    <a:ext uri="{FF2B5EF4-FFF2-40B4-BE49-F238E27FC236}">
                      <a16:creationId xmlns:a16="http://schemas.microsoft.com/office/drawing/2014/main" id="{CE10C450-688F-9E2B-8568-F17C1198088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77555" y="5278665"/>
                  <a:ext cx="950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18" name="Ink 617">
                  <a:extLst>
                    <a:ext uri="{FF2B5EF4-FFF2-40B4-BE49-F238E27FC236}">
                      <a16:creationId xmlns:a16="http://schemas.microsoft.com/office/drawing/2014/main" id="{37017C5B-D4FB-BD3E-3F0D-4C2E7C946A53}"/>
                    </a:ext>
                  </a:extLst>
                </p14:cNvPr>
                <p14:cNvContentPartPr/>
                <p14:nvPr/>
              </p14:nvContentPartPr>
              <p14:xfrm>
                <a:off x="312555" y="5409345"/>
                <a:ext cx="108000" cy="60480"/>
              </p14:xfrm>
            </p:contentPart>
          </mc:Choice>
          <mc:Fallback xmlns="">
            <p:pic>
              <p:nvPicPr>
                <p:cNvPr id="618" name="Ink 617">
                  <a:extLst>
                    <a:ext uri="{FF2B5EF4-FFF2-40B4-BE49-F238E27FC236}">
                      <a16:creationId xmlns:a16="http://schemas.microsoft.com/office/drawing/2014/main" id="{37017C5B-D4FB-BD3E-3F0D-4C2E7C946A5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03555" y="5400345"/>
                  <a:ext cx="1256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19" name="Ink 618">
                  <a:extLst>
                    <a:ext uri="{FF2B5EF4-FFF2-40B4-BE49-F238E27FC236}">
                      <a16:creationId xmlns:a16="http://schemas.microsoft.com/office/drawing/2014/main" id="{EA943E46-1F8B-C0EE-B53C-FA29FF99B5F2}"/>
                    </a:ext>
                  </a:extLst>
                </p14:cNvPr>
                <p14:cNvContentPartPr/>
                <p14:nvPr/>
              </p14:nvContentPartPr>
              <p14:xfrm>
                <a:off x="492195" y="5519505"/>
                <a:ext cx="115920" cy="48600"/>
              </p14:xfrm>
            </p:contentPart>
          </mc:Choice>
          <mc:Fallback xmlns="">
            <p:pic>
              <p:nvPicPr>
                <p:cNvPr id="619" name="Ink 618">
                  <a:extLst>
                    <a:ext uri="{FF2B5EF4-FFF2-40B4-BE49-F238E27FC236}">
                      <a16:creationId xmlns:a16="http://schemas.microsoft.com/office/drawing/2014/main" id="{EA943E46-1F8B-C0EE-B53C-FA29FF99B5F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83195" y="5510505"/>
                  <a:ext cx="1335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20" name="Ink 619">
                  <a:extLst>
                    <a:ext uri="{FF2B5EF4-FFF2-40B4-BE49-F238E27FC236}">
                      <a16:creationId xmlns:a16="http://schemas.microsoft.com/office/drawing/2014/main" id="{AAFAD08F-EED0-C64E-59ED-E2649B583D52}"/>
                    </a:ext>
                  </a:extLst>
                </p14:cNvPr>
                <p14:cNvContentPartPr/>
                <p14:nvPr/>
              </p14:nvContentPartPr>
              <p14:xfrm>
                <a:off x="692715" y="5617785"/>
                <a:ext cx="89280" cy="70560"/>
              </p14:xfrm>
            </p:contentPart>
          </mc:Choice>
          <mc:Fallback xmlns="">
            <p:pic>
              <p:nvPicPr>
                <p:cNvPr id="620" name="Ink 619">
                  <a:extLst>
                    <a:ext uri="{FF2B5EF4-FFF2-40B4-BE49-F238E27FC236}">
                      <a16:creationId xmlns:a16="http://schemas.microsoft.com/office/drawing/2014/main" id="{AAFAD08F-EED0-C64E-59ED-E2649B583D5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83715" y="5608785"/>
                  <a:ext cx="1069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21" name="Ink 620">
                  <a:extLst>
                    <a:ext uri="{FF2B5EF4-FFF2-40B4-BE49-F238E27FC236}">
                      <a16:creationId xmlns:a16="http://schemas.microsoft.com/office/drawing/2014/main" id="{3946F70C-DCC6-A9D5-561B-1E721C13564E}"/>
                    </a:ext>
                  </a:extLst>
                </p14:cNvPr>
                <p14:cNvContentPartPr/>
                <p14:nvPr/>
              </p14:nvContentPartPr>
              <p14:xfrm>
                <a:off x="870915" y="5692305"/>
                <a:ext cx="150840" cy="20520"/>
              </p14:xfrm>
            </p:contentPart>
          </mc:Choice>
          <mc:Fallback xmlns="">
            <p:pic>
              <p:nvPicPr>
                <p:cNvPr id="621" name="Ink 620">
                  <a:extLst>
                    <a:ext uri="{FF2B5EF4-FFF2-40B4-BE49-F238E27FC236}">
                      <a16:creationId xmlns:a16="http://schemas.microsoft.com/office/drawing/2014/main" id="{3946F70C-DCC6-A9D5-561B-1E721C13564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61915" y="5683460"/>
                  <a:ext cx="168480" cy="378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22" name="Ink 621">
                  <a:extLst>
                    <a:ext uri="{FF2B5EF4-FFF2-40B4-BE49-F238E27FC236}">
                      <a16:creationId xmlns:a16="http://schemas.microsoft.com/office/drawing/2014/main" id="{5E834717-ACDB-4F22-5448-F3B1A6F59E0A}"/>
                    </a:ext>
                  </a:extLst>
                </p14:cNvPr>
                <p14:cNvContentPartPr/>
                <p14:nvPr/>
              </p14:nvContentPartPr>
              <p14:xfrm>
                <a:off x="1139835" y="5709945"/>
                <a:ext cx="153000" cy="33480"/>
              </p14:xfrm>
            </p:contentPart>
          </mc:Choice>
          <mc:Fallback xmlns="">
            <p:pic>
              <p:nvPicPr>
                <p:cNvPr id="622" name="Ink 621">
                  <a:extLst>
                    <a:ext uri="{FF2B5EF4-FFF2-40B4-BE49-F238E27FC236}">
                      <a16:creationId xmlns:a16="http://schemas.microsoft.com/office/drawing/2014/main" id="{5E834717-ACDB-4F22-5448-F3B1A6F59E0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30835" y="5700945"/>
                  <a:ext cx="1706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23" name="Ink 622">
                  <a:extLst>
                    <a:ext uri="{FF2B5EF4-FFF2-40B4-BE49-F238E27FC236}">
                      <a16:creationId xmlns:a16="http://schemas.microsoft.com/office/drawing/2014/main" id="{030D0E69-7792-1715-1EBF-7C079F884E74}"/>
                    </a:ext>
                  </a:extLst>
                </p14:cNvPr>
                <p14:cNvContentPartPr/>
                <p14:nvPr/>
              </p14:nvContentPartPr>
              <p14:xfrm>
                <a:off x="1387875" y="5728665"/>
                <a:ext cx="166320" cy="21600"/>
              </p14:xfrm>
            </p:contentPart>
          </mc:Choice>
          <mc:Fallback xmlns="">
            <p:pic>
              <p:nvPicPr>
                <p:cNvPr id="623" name="Ink 622">
                  <a:extLst>
                    <a:ext uri="{FF2B5EF4-FFF2-40B4-BE49-F238E27FC236}">
                      <a16:creationId xmlns:a16="http://schemas.microsoft.com/office/drawing/2014/main" id="{030D0E69-7792-1715-1EBF-7C079F884E7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378875" y="5719665"/>
                  <a:ext cx="1839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24" name="Ink 623">
                  <a:extLst>
                    <a:ext uri="{FF2B5EF4-FFF2-40B4-BE49-F238E27FC236}">
                      <a16:creationId xmlns:a16="http://schemas.microsoft.com/office/drawing/2014/main" id="{C9634AFD-A324-A010-3A5B-5B6CE02973DC}"/>
                    </a:ext>
                  </a:extLst>
                </p14:cNvPr>
                <p14:cNvContentPartPr/>
                <p14:nvPr/>
              </p14:nvContentPartPr>
              <p14:xfrm>
                <a:off x="1619355" y="5731905"/>
                <a:ext cx="194040" cy="10440"/>
              </p14:xfrm>
            </p:contentPart>
          </mc:Choice>
          <mc:Fallback xmlns="">
            <p:pic>
              <p:nvPicPr>
                <p:cNvPr id="624" name="Ink 623">
                  <a:extLst>
                    <a:ext uri="{FF2B5EF4-FFF2-40B4-BE49-F238E27FC236}">
                      <a16:creationId xmlns:a16="http://schemas.microsoft.com/office/drawing/2014/main" id="{C9634AFD-A324-A010-3A5B-5B6CE02973D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610355" y="5722905"/>
                  <a:ext cx="2116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25" name="Ink 624">
                  <a:extLst>
                    <a:ext uri="{FF2B5EF4-FFF2-40B4-BE49-F238E27FC236}">
                      <a16:creationId xmlns:a16="http://schemas.microsoft.com/office/drawing/2014/main" id="{48DAA1EC-81CF-7C21-EADA-963F7D25FBCA}"/>
                    </a:ext>
                  </a:extLst>
                </p14:cNvPr>
                <p14:cNvContentPartPr/>
                <p14:nvPr/>
              </p14:nvContentPartPr>
              <p14:xfrm>
                <a:off x="1939755" y="5743785"/>
                <a:ext cx="148680" cy="18360"/>
              </p14:xfrm>
            </p:contentPart>
          </mc:Choice>
          <mc:Fallback xmlns="">
            <p:pic>
              <p:nvPicPr>
                <p:cNvPr id="625" name="Ink 624">
                  <a:extLst>
                    <a:ext uri="{FF2B5EF4-FFF2-40B4-BE49-F238E27FC236}">
                      <a16:creationId xmlns:a16="http://schemas.microsoft.com/office/drawing/2014/main" id="{48DAA1EC-81CF-7C21-EADA-963F7D25FBC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930733" y="5734785"/>
                  <a:ext cx="166363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26" name="Ink 625">
                  <a:extLst>
                    <a:ext uri="{FF2B5EF4-FFF2-40B4-BE49-F238E27FC236}">
                      <a16:creationId xmlns:a16="http://schemas.microsoft.com/office/drawing/2014/main" id="{679B2814-EFB7-5070-E02E-7F109C8B46C9}"/>
                    </a:ext>
                  </a:extLst>
                </p14:cNvPr>
                <p14:cNvContentPartPr/>
                <p14:nvPr/>
              </p14:nvContentPartPr>
              <p14:xfrm>
                <a:off x="2179515" y="5735505"/>
                <a:ext cx="140760" cy="26640"/>
              </p14:xfrm>
            </p:contentPart>
          </mc:Choice>
          <mc:Fallback xmlns="">
            <p:pic>
              <p:nvPicPr>
                <p:cNvPr id="626" name="Ink 625">
                  <a:extLst>
                    <a:ext uri="{FF2B5EF4-FFF2-40B4-BE49-F238E27FC236}">
                      <a16:creationId xmlns:a16="http://schemas.microsoft.com/office/drawing/2014/main" id="{679B2814-EFB7-5070-E02E-7F109C8B46C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170515" y="5726505"/>
                  <a:ext cx="1584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27" name="Ink 626">
                  <a:extLst>
                    <a:ext uri="{FF2B5EF4-FFF2-40B4-BE49-F238E27FC236}">
                      <a16:creationId xmlns:a16="http://schemas.microsoft.com/office/drawing/2014/main" id="{BEE0926E-A981-0186-8309-A7D0164F6630}"/>
                    </a:ext>
                  </a:extLst>
                </p14:cNvPr>
                <p14:cNvContentPartPr/>
                <p14:nvPr/>
              </p14:nvContentPartPr>
              <p14:xfrm>
                <a:off x="2426835" y="5709945"/>
                <a:ext cx="140040" cy="20520"/>
              </p14:xfrm>
            </p:contentPart>
          </mc:Choice>
          <mc:Fallback xmlns="">
            <p:pic>
              <p:nvPicPr>
                <p:cNvPr id="627" name="Ink 626">
                  <a:extLst>
                    <a:ext uri="{FF2B5EF4-FFF2-40B4-BE49-F238E27FC236}">
                      <a16:creationId xmlns:a16="http://schemas.microsoft.com/office/drawing/2014/main" id="{BEE0926E-A981-0186-8309-A7D0164F663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417835" y="5701100"/>
                  <a:ext cx="157680" cy="37856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28" name="TextBox 627">
            <a:extLst>
              <a:ext uri="{FF2B5EF4-FFF2-40B4-BE49-F238E27FC236}">
                <a16:creationId xmlns:a16="http://schemas.microsoft.com/office/drawing/2014/main" id="{4688DAFD-D18B-8ABD-018A-E4203547B124}"/>
              </a:ext>
            </a:extLst>
          </p:cNvPr>
          <p:cNvSpPr txBox="1"/>
          <p:nvPr/>
        </p:nvSpPr>
        <p:spPr>
          <a:xfrm>
            <a:off x="287845" y="5857674"/>
            <a:ext cx="29227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Consumers and Bulk Waste Generators</a:t>
            </a:r>
            <a:endParaRPr lang="en-US" sz="1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629" name="Group 628">
            <a:extLst>
              <a:ext uri="{FF2B5EF4-FFF2-40B4-BE49-F238E27FC236}">
                <a16:creationId xmlns:a16="http://schemas.microsoft.com/office/drawing/2014/main" id="{17C63433-9F54-A946-F839-9D7DE9BCEA09}"/>
              </a:ext>
            </a:extLst>
          </p:cNvPr>
          <p:cNvGrpSpPr/>
          <p:nvPr/>
        </p:nvGrpSpPr>
        <p:grpSpPr>
          <a:xfrm>
            <a:off x="3008235" y="4576305"/>
            <a:ext cx="492480" cy="252720"/>
            <a:chOff x="3008235" y="4576305"/>
            <a:chExt cx="492480" cy="25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30" name="Ink 629">
                  <a:extLst>
                    <a:ext uri="{FF2B5EF4-FFF2-40B4-BE49-F238E27FC236}">
                      <a16:creationId xmlns:a16="http://schemas.microsoft.com/office/drawing/2014/main" id="{8B1FFC63-7C92-0C7F-B306-6329F6291858}"/>
                    </a:ext>
                  </a:extLst>
                </p14:cNvPr>
                <p14:cNvContentPartPr/>
                <p14:nvPr/>
              </p14:nvContentPartPr>
              <p14:xfrm>
                <a:off x="3008235" y="4730385"/>
                <a:ext cx="58680" cy="98640"/>
              </p14:xfrm>
            </p:contentPart>
          </mc:Choice>
          <mc:Fallback xmlns="">
            <p:pic>
              <p:nvPicPr>
                <p:cNvPr id="630" name="Ink 629">
                  <a:extLst>
                    <a:ext uri="{FF2B5EF4-FFF2-40B4-BE49-F238E27FC236}">
                      <a16:creationId xmlns:a16="http://schemas.microsoft.com/office/drawing/2014/main" id="{8B1FFC63-7C92-0C7F-B306-6329F629185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999235" y="4721352"/>
                  <a:ext cx="76320" cy="1163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631" name="Ink 630">
                  <a:extLst>
                    <a:ext uri="{FF2B5EF4-FFF2-40B4-BE49-F238E27FC236}">
                      <a16:creationId xmlns:a16="http://schemas.microsoft.com/office/drawing/2014/main" id="{C86C1AAD-4997-26D8-D6C0-AF607A0AB306}"/>
                    </a:ext>
                  </a:extLst>
                </p14:cNvPr>
                <p14:cNvContentPartPr/>
                <p14:nvPr/>
              </p14:nvContentPartPr>
              <p14:xfrm>
                <a:off x="3164835" y="4643985"/>
                <a:ext cx="117360" cy="30960"/>
              </p14:xfrm>
            </p:contentPart>
          </mc:Choice>
          <mc:Fallback xmlns="">
            <p:pic>
              <p:nvPicPr>
                <p:cNvPr id="631" name="Ink 630">
                  <a:extLst>
                    <a:ext uri="{FF2B5EF4-FFF2-40B4-BE49-F238E27FC236}">
                      <a16:creationId xmlns:a16="http://schemas.microsoft.com/office/drawing/2014/main" id="{C86C1AAD-4997-26D8-D6C0-AF607A0AB30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155807" y="4634879"/>
                  <a:ext cx="135054" cy="488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632" name="Ink 631">
                  <a:extLst>
                    <a:ext uri="{FF2B5EF4-FFF2-40B4-BE49-F238E27FC236}">
                      <a16:creationId xmlns:a16="http://schemas.microsoft.com/office/drawing/2014/main" id="{C0141F24-8832-89F1-9608-925684B80781}"/>
                    </a:ext>
                  </a:extLst>
                </p14:cNvPr>
                <p14:cNvContentPartPr/>
                <p14:nvPr/>
              </p14:nvContentPartPr>
              <p14:xfrm>
                <a:off x="3420795" y="4576305"/>
                <a:ext cx="79920" cy="44280"/>
              </p14:xfrm>
            </p:contentPart>
          </mc:Choice>
          <mc:Fallback xmlns="">
            <p:pic>
              <p:nvPicPr>
                <p:cNvPr id="632" name="Ink 631">
                  <a:extLst>
                    <a:ext uri="{FF2B5EF4-FFF2-40B4-BE49-F238E27FC236}">
                      <a16:creationId xmlns:a16="http://schemas.microsoft.com/office/drawing/2014/main" id="{C0141F24-8832-89F1-9608-925684B8078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411795" y="4567305"/>
                  <a:ext cx="97560" cy="6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633" name="Ink 632">
                <a:extLst>
                  <a:ext uri="{FF2B5EF4-FFF2-40B4-BE49-F238E27FC236}">
                    <a16:creationId xmlns:a16="http://schemas.microsoft.com/office/drawing/2014/main" id="{B975A856-F809-B764-57AE-DF5173E912F4}"/>
                  </a:ext>
                </a:extLst>
              </p14:cNvPr>
              <p14:cNvContentPartPr/>
              <p14:nvPr/>
            </p14:nvContentPartPr>
            <p14:xfrm>
              <a:off x="3600795" y="4415385"/>
              <a:ext cx="62280" cy="62280"/>
            </p14:xfrm>
          </p:contentPart>
        </mc:Choice>
        <mc:Fallback xmlns="">
          <p:pic>
            <p:nvPicPr>
              <p:cNvPr id="633" name="Ink 632">
                <a:extLst>
                  <a:ext uri="{FF2B5EF4-FFF2-40B4-BE49-F238E27FC236}">
                    <a16:creationId xmlns:a16="http://schemas.microsoft.com/office/drawing/2014/main" id="{B975A856-F809-B764-57AE-DF5173E912F4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3591795" y="4406333"/>
                <a:ext cx="79920" cy="800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634" name="Ink 633">
                <a:extLst>
                  <a:ext uri="{FF2B5EF4-FFF2-40B4-BE49-F238E27FC236}">
                    <a16:creationId xmlns:a16="http://schemas.microsoft.com/office/drawing/2014/main" id="{A921C48B-4E7B-0055-D95E-64AAECB11E17}"/>
                  </a:ext>
                </a:extLst>
              </p14:cNvPr>
              <p14:cNvContentPartPr/>
              <p14:nvPr/>
            </p14:nvContentPartPr>
            <p14:xfrm>
              <a:off x="3730395" y="4234305"/>
              <a:ext cx="91080" cy="103680"/>
            </p14:xfrm>
          </p:contentPart>
        </mc:Choice>
        <mc:Fallback xmlns="">
          <p:pic>
            <p:nvPicPr>
              <p:cNvPr id="634" name="Ink 633">
                <a:extLst>
                  <a:ext uri="{FF2B5EF4-FFF2-40B4-BE49-F238E27FC236}">
                    <a16:creationId xmlns:a16="http://schemas.microsoft.com/office/drawing/2014/main" id="{A921C48B-4E7B-0055-D95E-64AAECB11E17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3721359" y="4225274"/>
                <a:ext cx="108790" cy="1213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635" name="Ink 634">
                <a:extLst>
                  <a:ext uri="{FF2B5EF4-FFF2-40B4-BE49-F238E27FC236}">
                    <a16:creationId xmlns:a16="http://schemas.microsoft.com/office/drawing/2014/main" id="{A9C2BF03-F1DC-888B-8491-E84EF231AD09}"/>
                  </a:ext>
                </a:extLst>
              </p14:cNvPr>
              <p14:cNvContentPartPr/>
              <p14:nvPr/>
            </p14:nvContentPartPr>
            <p14:xfrm>
              <a:off x="3872595" y="4034505"/>
              <a:ext cx="68040" cy="113760"/>
            </p14:xfrm>
          </p:contentPart>
        </mc:Choice>
        <mc:Fallback xmlns="">
          <p:pic>
            <p:nvPicPr>
              <p:cNvPr id="635" name="Ink 634">
                <a:extLst>
                  <a:ext uri="{FF2B5EF4-FFF2-40B4-BE49-F238E27FC236}">
                    <a16:creationId xmlns:a16="http://schemas.microsoft.com/office/drawing/2014/main" id="{A9C2BF03-F1DC-888B-8491-E84EF231AD09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3863595" y="4025505"/>
                <a:ext cx="85680" cy="1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636" name="Group 635">
            <a:extLst>
              <a:ext uri="{FF2B5EF4-FFF2-40B4-BE49-F238E27FC236}">
                <a16:creationId xmlns:a16="http://schemas.microsoft.com/office/drawing/2014/main" id="{2FC18339-B2E7-142C-9F8C-FF824CB11385}"/>
              </a:ext>
            </a:extLst>
          </p:cNvPr>
          <p:cNvGrpSpPr/>
          <p:nvPr/>
        </p:nvGrpSpPr>
        <p:grpSpPr>
          <a:xfrm>
            <a:off x="4014795" y="3829665"/>
            <a:ext cx="776520" cy="130680"/>
            <a:chOff x="4014795" y="3829665"/>
            <a:chExt cx="776520" cy="13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637" name="Ink 636">
                  <a:extLst>
                    <a:ext uri="{FF2B5EF4-FFF2-40B4-BE49-F238E27FC236}">
                      <a16:creationId xmlns:a16="http://schemas.microsoft.com/office/drawing/2014/main" id="{3BB5F10E-CC1D-5231-CE43-8601F9BF35AA}"/>
                    </a:ext>
                  </a:extLst>
                </p14:cNvPr>
                <p14:cNvContentPartPr/>
                <p14:nvPr/>
              </p14:nvContentPartPr>
              <p14:xfrm>
                <a:off x="4014795" y="3900585"/>
                <a:ext cx="75600" cy="42840"/>
              </p14:xfrm>
            </p:contentPart>
          </mc:Choice>
          <mc:Fallback xmlns="">
            <p:pic>
              <p:nvPicPr>
                <p:cNvPr id="637" name="Ink 636">
                  <a:extLst>
                    <a:ext uri="{FF2B5EF4-FFF2-40B4-BE49-F238E27FC236}">
                      <a16:creationId xmlns:a16="http://schemas.microsoft.com/office/drawing/2014/main" id="{3BB5F10E-CC1D-5231-CE43-8601F9BF35A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005795" y="3891585"/>
                  <a:ext cx="932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638" name="Ink 637">
                  <a:extLst>
                    <a:ext uri="{FF2B5EF4-FFF2-40B4-BE49-F238E27FC236}">
                      <a16:creationId xmlns:a16="http://schemas.microsoft.com/office/drawing/2014/main" id="{FFA21D1C-48DC-A0A5-8F9E-B101B1BAE0A8}"/>
                    </a:ext>
                  </a:extLst>
                </p14:cNvPr>
                <p14:cNvContentPartPr/>
                <p14:nvPr/>
              </p14:nvContentPartPr>
              <p14:xfrm>
                <a:off x="4227555" y="3829665"/>
                <a:ext cx="100800" cy="11520"/>
              </p14:xfrm>
            </p:contentPart>
          </mc:Choice>
          <mc:Fallback xmlns="">
            <p:pic>
              <p:nvPicPr>
                <p:cNvPr id="638" name="Ink 637">
                  <a:extLst>
                    <a:ext uri="{FF2B5EF4-FFF2-40B4-BE49-F238E27FC236}">
                      <a16:creationId xmlns:a16="http://schemas.microsoft.com/office/drawing/2014/main" id="{FFA21D1C-48DC-A0A5-8F9E-B101B1BAE0A8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218555" y="3820665"/>
                  <a:ext cx="118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639" name="Ink 638">
                  <a:extLst>
                    <a:ext uri="{FF2B5EF4-FFF2-40B4-BE49-F238E27FC236}">
                      <a16:creationId xmlns:a16="http://schemas.microsoft.com/office/drawing/2014/main" id="{6755B824-9E57-46C3-26C0-40A02C63ED59}"/>
                    </a:ext>
                  </a:extLst>
                </p14:cNvPr>
                <p14:cNvContentPartPr/>
                <p14:nvPr/>
              </p14:nvContentPartPr>
              <p14:xfrm>
                <a:off x="4456155" y="3839745"/>
                <a:ext cx="140760" cy="21960"/>
              </p14:xfrm>
            </p:contentPart>
          </mc:Choice>
          <mc:Fallback xmlns="">
            <p:pic>
              <p:nvPicPr>
                <p:cNvPr id="639" name="Ink 638">
                  <a:extLst>
                    <a:ext uri="{FF2B5EF4-FFF2-40B4-BE49-F238E27FC236}">
                      <a16:creationId xmlns:a16="http://schemas.microsoft.com/office/drawing/2014/main" id="{6755B824-9E57-46C3-26C0-40A02C63ED5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447155" y="3830745"/>
                  <a:ext cx="1584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640" name="Ink 639">
                  <a:extLst>
                    <a:ext uri="{FF2B5EF4-FFF2-40B4-BE49-F238E27FC236}">
                      <a16:creationId xmlns:a16="http://schemas.microsoft.com/office/drawing/2014/main" id="{A4583C43-F0DF-813E-FD85-AAB0EB633E17}"/>
                    </a:ext>
                  </a:extLst>
                </p14:cNvPr>
                <p14:cNvContentPartPr/>
                <p14:nvPr/>
              </p14:nvContentPartPr>
              <p14:xfrm>
                <a:off x="4707435" y="3887265"/>
                <a:ext cx="83880" cy="73080"/>
              </p14:xfrm>
            </p:contentPart>
          </mc:Choice>
          <mc:Fallback xmlns="">
            <p:pic>
              <p:nvPicPr>
                <p:cNvPr id="640" name="Ink 639">
                  <a:extLst>
                    <a:ext uri="{FF2B5EF4-FFF2-40B4-BE49-F238E27FC236}">
                      <a16:creationId xmlns:a16="http://schemas.microsoft.com/office/drawing/2014/main" id="{A4583C43-F0DF-813E-FD85-AAB0EB633E17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698435" y="3878309"/>
                  <a:ext cx="101520" cy="9063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641" name="Ink 640">
                <a:extLst>
                  <a:ext uri="{FF2B5EF4-FFF2-40B4-BE49-F238E27FC236}">
                    <a16:creationId xmlns:a16="http://schemas.microsoft.com/office/drawing/2014/main" id="{40EEA385-6B88-19D4-8AEF-2516D6839FD1}"/>
                  </a:ext>
                </a:extLst>
              </p14:cNvPr>
              <p14:cNvContentPartPr/>
              <p14:nvPr/>
            </p14:nvContentPartPr>
            <p14:xfrm>
              <a:off x="4836315" y="4072665"/>
              <a:ext cx="34920" cy="95040"/>
            </p14:xfrm>
          </p:contentPart>
        </mc:Choice>
        <mc:Fallback xmlns="">
          <p:pic>
            <p:nvPicPr>
              <p:cNvPr id="641" name="Ink 640">
                <a:extLst>
                  <a:ext uri="{FF2B5EF4-FFF2-40B4-BE49-F238E27FC236}">
                    <a16:creationId xmlns:a16="http://schemas.microsoft.com/office/drawing/2014/main" id="{40EEA385-6B88-19D4-8AEF-2516D6839FD1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4827315" y="4063699"/>
                <a:ext cx="52560" cy="1126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642" name="Ink 641">
                <a:extLst>
                  <a:ext uri="{FF2B5EF4-FFF2-40B4-BE49-F238E27FC236}">
                    <a16:creationId xmlns:a16="http://schemas.microsoft.com/office/drawing/2014/main" id="{DA8880A8-2664-6D42-3039-C8438638914F}"/>
                  </a:ext>
                </a:extLst>
              </p14:cNvPr>
              <p14:cNvContentPartPr/>
              <p14:nvPr/>
            </p14:nvContentPartPr>
            <p14:xfrm>
              <a:off x="4902195" y="4272465"/>
              <a:ext cx="18360" cy="94320"/>
            </p14:xfrm>
          </p:contentPart>
        </mc:Choice>
        <mc:Fallback xmlns="">
          <p:pic>
            <p:nvPicPr>
              <p:cNvPr id="642" name="Ink 641">
                <a:extLst>
                  <a:ext uri="{FF2B5EF4-FFF2-40B4-BE49-F238E27FC236}">
                    <a16:creationId xmlns:a16="http://schemas.microsoft.com/office/drawing/2014/main" id="{DA8880A8-2664-6D42-3039-C8438638914F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4893195" y="4263465"/>
                <a:ext cx="36000" cy="11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643" name="Group 642">
            <a:extLst>
              <a:ext uri="{FF2B5EF4-FFF2-40B4-BE49-F238E27FC236}">
                <a16:creationId xmlns:a16="http://schemas.microsoft.com/office/drawing/2014/main" id="{0E909F96-C768-DB2E-99C2-62CACCAFE3B4}"/>
              </a:ext>
            </a:extLst>
          </p:cNvPr>
          <p:cNvGrpSpPr/>
          <p:nvPr/>
        </p:nvGrpSpPr>
        <p:grpSpPr>
          <a:xfrm>
            <a:off x="4946835" y="4492425"/>
            <a:ext cx="818280" cy="270720"/>
            <a:chOff x="4946835" y="4492425"/>
            <a:chExt cx="818280" cy="27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644" name="Ink 643">
                  <a:extLst>
                    <a:ext uri="{FF2B5EF4-FFF2-40B4-BE49-F238E27FC236}">
                      <a16:creationId xmlns:a16="http://schemas.microsoft.com/office/drawing/2014/main" id="{8531F00D-2162-ED67-89DE-FEB3A7F06F94}"/>
                    </a:ext>
                  </a:extLst>
                </p14:cNvPr>
                <p14:cNvContentPartPr/>
                <p14:nvPr/>
              </p14:nvContentPartPr>
              <p14:xfrm>
                <a:off x="4946835" y="4492425"/>
                <a:ext cx="73440" cy="65520"/>
              </p14:xfrm>
            </p:contentPart>
          </mc:Choice>
          <mc:Fallback xmlns="">
            <p:pic>
              <p:nvPicPr>
                <p:cNvPr id="644" name="Ink 643">
                  <a:extLst>
                    <a:ext uri="{FF2B5EF4-FFF2-40B4-BE49-F238E27FC236}">
                      <a16:creationId xmlns:a16="http://schemas.microsoft.com/office/drawing/2014/main" id="{8531F00D-2162-ED67-89DE-FEB3A7F06F9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937835" y="4483425"/>
                  <a:ext cx="910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645" name="Ink 644">
                  <a:extLst>
                    <a:ext uri="{FF2B5EF4-FFF2-40B4-BE49-F238E27FC236}">
                      <a16:creationId xmlns:a16="http://schemas.microsoft.com/office/drawing/2014/main" id="{9AE7DDE9-4EB8-7914-9AC3-EB6A45BED8C5}"/>
                    </a:ext>
                  </a:extLst>
                </p14:cNvPr>
                <p14:cNvContentPartPr/>
                <p14:nvPr/>
              </p14:nvContentPartPr>
              <p14:xfrm>
                <a:off x="5058795" y="4607625"/>
                <a:ext cx="101160" cy="36000"/>
              </p14:xfrm>
            </p:contentPart>
          </mc:Choice>
          <mc:Fallback xmlns="">
            <p:pic>
              <p:nvPicPr>
                <p:cNvPr id="645" name="Ink 644">
                  <a:extLst>
                    <a:ext uri="{FF2B5EF4-FFF2-40B4-BE49-F238E27FC236}">
                      <a16:creationId xmlns:a16="http://schemas.microsoft.com/office/drawing/2014/main" id="{9AE7DDE9-4EB8-7914-9AC3-EB6A45BED8C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049763" y="4598534"/>
                  <a:ext cx="118863" cy="538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646" name="Ink 645">
                  <a:extLst>
                    <a:ext uri="{FF2B5EF4-FFF2-40B4-BE49-F238E27FC236}">
                      <a16:creationId xmlns:a16="http://schemas.microsoft.com/office/drawing/2014/main" id="{45A6FAD1-DB4E-826E-5151-32675032C07A}"/>
                    </a:ext>
                  </a:extLst>
                </p14:cNvPr>
                <p14:cNvContentPartPr/>
                <p14:nvPr/>
              </p14:nvContentPartPr>
              <p14:xfrm>
                <a:off x="5245995" y="4665225"/>
                <a:ext cx="142560" cy="51120"/>
              </p14:xfrm>
            </p:contentPart>
          </mc:Choice>
          <mc:Fallback xmlns="">
            <p:pic>
              <p:nvPicPr>
                <p:cNvPr id="646" name="Ink 645">
                  <a:extLst>
                    <a:ext uri="{FF2B5EF4-FFF2-40B4-BE49-F238E27FC236}">
                      <a16:creationId xmlns:a16="http://schemas.microsoft.com/office/drawing/2014/main" id="{45A6FAD1-DB4E-826E-5151-32675032C07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236995" y="4656225"/>
                  <a:ext cx="1602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647" name="Ink 646">
                  <a:extLst>
                    <a:ext uri="{FF2B5EF4-FFF2-40B4-BE49-F238E27FC236}">
                      <a16:creationId xmlns:a16="http://schemas.microsoft.com/office/drawing/2014/main" id="{CAE8EA93-3F94-5F2F-13FD-2BFA755EC8AD}"/>
                    </a:ext>
                  </a:extLst>
                </p14:cNvPr>
                <p14:cNvContentPartPr/>
                <p14:nvPr/>
              </p14:nvContentPartPr>
              <p14:xfrm>
                <a:off x="5487195" y="4702665"/>
                <a:ext cx="123120" cy="1080"/>
              </p14:xfrm>
            </p:contentPart>
          </mc:Choice>
          <mc:Fallback xmlns="">
            <p:pic>
              <p:nvPicPr>
                <p:cNvPr id="647" name="Ink 646">
                  <a:extLst>
                    <a:ext uri="{FF2B5EF4-FFF2-40B4-BE49-F238E27FC236}">
                      <a16:creationId xmlns:a16="http://schemas.microsoft.com/office/drawing/2014/main" id="{CAE8EA93-3F94-5F2F-13FD-2BFA755EC8A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478195" y="4693665"/>
                  <a:ext cx="1407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648" name="Ink 647">
                  <a:extLst>
                    <a:ext uri="{FF2B5EF4-FFF2-40B4-BE49-F238E27FC236}">
                      <a16:creationId xmlns:a16="http://schemas.microsoft.com/office/drawing/2014/main" id="{E6AA5420-1028-3F6B-5500-224F340F1041}"/>
                    </a:ext>
                  </a:extLst>
                </p14:cNvPr>
                <p14:cNvContentPartPr/>
                <p14:nvPr/>
              </p14:nvContentPartPr>
              <p14:xfrm>
                <a:off x="5716515" y="4691505"/>
                <a:ext cx="48600" cy="71640"/>
              </p14:xfrm>
            </p:contentPart>
          </mc:Choice>
          <mc:Fallback xmlns="">
            <p:pic>
              <p:nvPicPr>
                <p:cNvPr id="648" name="Ink 647">
                  <a:extLst>
                    <a:ext uri="{FF2B5EF4-FFF2-40B4-BE49-F238E27FC236}">
                      <a16:creationId xmlns:a16="http://schemas.microsoft.com/office/drawing/2014/main" id="{E6AA5420-1028-3F6B-5500-224F340F1041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707515" y="4682505"/>
                  <a:ext cx="66240" cy="8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649" name="Ink 648">
                <a:extLst>
                  <a:ext uri="{FF2B5EF4-FFF2-40B4-BE49-F238E27FC236}">
                    <a16:creationId xmlns:a16="http://schemas.microsoft.com/office/drawing/2014/main" id="{3272CFFB-F4C7-DF0F-B9F9-38775AFD59B2}"/>
                  </a:ext>
                </a:extLst>
              </p14:cNvPr>
              <p14:cNvContentPartPr/>
              <p14:nvPr/>
            </p14:nvContentPartPr>
            <p14:xfrm>
              <a:off x="5760795" y="4871865"/>
              <a:ext cx="24480" cy="135000"/>
            </p14:xfrm>
          </p:contentPart>
        </mc:Choice>
        <mc:Fallback xmlns="">
          <p:pic>
            <p:nvPicPr>
              <p:cNvPr id="649" name="Ink 648">
                <a:extLst>
                  <a:ext uri="{FF2B5EF4-FFF2-40B4-BE49-F238E27FC236}">
                    <a16:creationId xmlns:a16="http://schemas.microsoft.com/office/drawing/2014/main" id="{3272CFFB-F4C7-DF0F-B9F9-38775AFD59B2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5751795" y="4862865"/>
                <a:ext cx="4212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650" name="Ink 649">
                <a:extLst>
                  <a:ext uri="{FF2B5EF4-FFF2-40B4-BE49-F238E27FC236}">
                    <a16:creationId xmlns:a16="http://schemas.microsoft.com/office/drawing/2014/main" id="{0B729ED9-65A6-BE04-FDA1-65E1E361A771}"/>
                  </a:ext>
                </a:extLst>
              </p14:cNvPr>
              <p14:cNvContentPartPr/>
              <p14:nvPr/>
            </p14:nvContentPartPr>
            <p14:xfrm>
              <a:off x="5737035" y="5110545"/>
              <a:ext cx="18360" cy="76680"/>
            </p14:xfrm>
          </p:contentPart>
        </mc:Choice>
        <mc:Fallback xmlns="">
          <p:pic>
            <p:nvPicPr>
              <p:cNvPr id="650" name="Ink 649">
                <a:extLst>
                  <a:ext uri="{FF2B5EF4-FFF2-40B4-BE49-F238E27FC236}">
                    <a16:creationId xmlns:a16="http://schemas.microsoft.com/office/drawing/2014/main" id="{0B729ED9-65A6-BE04-FDA1-65E1E361A771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5728208" y="5101545"/>
                <a:ext cx="35661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651" name="Ink 650">
                <a:extLst>
                  <a:ext uri="{FF2B5EF4-FFF2-40B4-BE49-F238E27FC236}">
                    <a16:creationId xmlns:a16="http://schemas.microsoft.com/office/drawing/2014/main" id="{5D3573B1-9A0D-74D7-D1E7-B271EA8FFD33}"/>
                  </a:ext>
                </a:extLst>
              </p14:cNvPr>
              <p14:cNvContentPartPr/>
              <p14:nvPr/>
            </p14:nvContentPartPr>
            <p14:xfrm>
              <a:off x="5656395" y="5269665"/>
              <a:ext cx="78120" cy="86400"/>
            </p14:xfrm>
          </p:contentPart>
        </mc:Choice>
        <mc:Fallback xmlns="">
          <p:pic>
            <p:nvPicPr>
              <p:cNvPr id="651" name="Ink 650">
                <a:extLst>
                  <a:ext uri="{FF2B5EF4-FFF2-40B4-BE49-F238E27FC236}">
                    <a16:creationId xmlns:a16="http://schemas.microsoft.com/office/drawing/2014/main" id="{5D3573B1-9A0D-74D7-D1E7-B271EA8FFD33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5647395" y="5260665"/>
                <a:ext cx="9576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652" name="Ink 651">
                <a:extLst>
                  <a:ext uri="{FF2B5EF4-FFF2-40B4-BE49-F238E27FC236}">
                    <a16:creationId xmlns:a16="http://schemas.microsoft.com/office/drawing/2014/main" id="{8563BA16-5D62-FC24-953E-83F82E49B57A}"/>
                  </a:ext>
                </a:extLst>
              </p14:cNvPr>
              <p14:cNvContentPartPr/>
              <p14:nvPr/>
            </p14:nvContentPartPr>
            <p14:xfrm>
              <a:off x="2991315" y="4899585"/>
              <a:ext cx="6120" cy="97560"/>
            </p14:xfrm>
          </p:contentPart>
        </mc:Choice>
        <mc:Fallback xmlns="">
          <p:pic>
            <p:nvPicPr>
              <p:cNvPr id="652" name="Ink 651">
                <a:extLst>
                  <a:ext uri="{FF2B5EF4-FFF2-40B4-BE49-F238E27FC236}">
                    <a16:creationId xmlns:a16="http://schemas.microsoft.com/office/drawing/2014/main" id="{8563BA16-5D62-FC24-953E-83F82E49B57A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2982315" y="4890585"/>
                <a:ext cx="2376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653" name="Ink 652">
                <a:extLst>
                  <a:ext uri="{FF2B5EF4-FFF2-40B4-BE49-F238E27FC236}">
                    <a16:creationId xmlns:a16="http://schemas.microsoft.com/office/drawing/2014/main" id="{DB056B51-0AC4-DC55-1380-BA00D1A22714}"/>
                  </a:ext>
                </a:extLst>
              </p14:cNvPr>
              <p14:cNvContentPartPr/>
              <p14:nvPr/>
            </p14:nvContentPartPr>
            <p14:xfrm>
              <a:off x="2990595" y="5126745"/>
              <a:ext cx="31680" cy="113400"/>
            </p14:xfrm>
          </p:contentPart>
        </mc:Choice>
        <mc:Fallback xmlns="">
          <p:pic>
            <p:nvPicPr>
              <p:cNvPr id="653" name="Ink 652">
                <a:extLst>
                  <a:ext uri="{FF2B5EF4-FFF2-40B4-BE49-F238E27FC236}">
                    <a16:creationId xmlns:a16="http://schemas.microsoft.com/office/drawing/2014/main" id="{DB056B51-0AC4-DC55-1380-BA00D1A22714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2981696" y="5117773"/>
                <a:ext cx="49122" cy="130984"/>
              </a:xfrm>
              <a:prstGeom prst="rect">
                <a:avLst/>
              </a:prstGeom>
            </p:spPr>
          </p:pic>
        </mc:Fallback>
      </mc:AlternateContent>
      <p:grpSp>
        <p:nvGrpSpPr>
          <p:cNvPr id="654" name="Group 653">
            <a:extLst>
              <a:ext uri="{FF2B5EF4-FFF2-40B4-BE49-F238E27FC236}">
                <a16:creationId xmlns:a16="http://schemas.microsoft.com/office/drawing/2014/main" id="{84F3EE4A-FF29-6354-4932-606B275A8A75}"/>
              </a:ext>
            </a:extLst>
          </p:cNvPr>
          <p:cNvGrpSpPr/>
          <p:nvPr/>
        </p:nvGrpSpPr>
        <p:grpSpPr>
          <a:xfrm>
            <a:off x="3046395" y="5331585"/>
            <a:ext cx="2518200" cy="244800"/>
            <a:chOff x="3046395" y="5331585"/>
            <a:chExt cx="2518200" cy="24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655" name="Ink 654">
                  <a:extLst>
                    <a:ext uri="{FF2B5EF4-FFF2-40B4-BE49-F238E27FC236}">
                      <a16:creationId xmlns:a16="http://schemas.microsoft.com/office/drawing/2014/main" id="{16D5BE39-4E04-53FB-F274-BFBBD07FD6FC}"/>
                    </a:ext>
                  </a:extLst>
                </p14:cNvPr>
                <p14:cNvContentPartPr/>
                <p14:nvPr/>
              </p14:nvContentPartPr>
              <p14:xfrm>
                <a:off x="3046395" y="5331585"/>
                <a:ext cx="84960" cy="93600"/>
              </p14:xfrm>
            </p:contentPart>
          </mc:Choice>
          <mc:Fallback xmlns="">
            <p:pic>
              <p:nvPicPr>
                <p:cNvPr id="655" name="Ink 654">
                  <a:extLst>
                    <a:ext uri="{FF2B5EF4-FFF2-40B4-BE49-F238E27FC236}">
                      <a16:creationId xmlns:a16="http://schemas.microsoft.com/office/drawing/2014/main" id="{16D5BE39-4E04-53FB-F274-BFBBD07FD6F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037395" y="5322585"/>
                  <a:ext cx="1026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656" name="Ink 655">
                  <a:extLst>
                    <a:ext uri="{FF2B5EF4-FFF2-40B4-BE49-F238E27FC236}">
                      <a16:creationId xmlns:a16="http://schemas.microsoft.com/office/drawing/2014/main" id="{1072FCB9-FA85-8864-EAAF-8EA6B39669C4}"/>
                    </a:ext>
                  </a:extLst>
                </p14:cNvPr>
                <p14:cNvContentPartPr/>
                <p14:nvPr/>
              </p14:nvContentPartPr>
              <p14:xfrm>
                <a:off x="3263115" y="5499345"/>
                <a:ext cx="138240" cy="35640"/>
              </p14:xfrm>
            </p:contentPart>
          </mc:Choice>
          <mc:Fallback xmlns="">
            <p:pic>
              <p:nvPicPr>
                <p:cNvPr id="656" name="Ink 655">
                  <a:extLst>
                    <a:ext uri="{FF2B5EF4-FFF2-40B4-BE49-F238E27FC236}">
                      <a16:creationId xmlns:a16="http://schemas.microsoft.com/office/drawing/2014/main" id="{1072FCB9-FA85-8864-EAAF-8EA6B39669C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254115" y="5490345"/>
                  <a:ext cx="1558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657" name="Ink 656">
                  <a:extLst>
                    <a:ext uri="{FF2B5EF4-FFF2-40B4-BE49-F238E27FC236}">
                      <a16:creationId xmlns:a16="http://schemas.microsoft.com/office/drawing/2014/main" id="{ED6C3625-022C-1766-8661-757324F1F88E}"/>
                    </a:ext>
                  </a:extLst>
                </p14:cNvPr>
                <p14:cNvContentPartPr/>
                <p14:nvPr/>
              </p14:nvContentPartPr>
              <p14:xfrm>
                <a:off x="3527355" y="5545785"/>
                <a:ext cx="140760" cy="19080"/>
              </p14:xfrm>
            </p:contentPart>
          </mc:Choice>
          <mc:Fallback xmlns="">
            <p:pic>
              <p:nvPicPr>
                <p:cNvPr id="657" name="Ink 656">
                  <a:extLst>
                    <a:ext uri="{FF2B5EF4-FFF2-40B4-BE49-F238E27FC236}">
                      <a16:creationId xmlns:a16="http://schemas.microsoft.com/office/drawing/2014/main" id="{ED6C3625-022C-1766-8661-757324F1F88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518355" y="5536785"/>
                  <a:ext cx="1584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658" name="Ink 657">
                  <a:extLst>
                    <a:ext uri="{FF2B5EF4-FFF2-40B4-BE49-F238E27FC236}">
                      <a16:creationId xmlns:a16="http://schemas.microsoft.com/office/drawing/2014/main" id="{A3BC1F9C-CEBF-F7AA-D1FB-9E6A22D9CEB5}"/>
                    </a:ext>
                  </a:extLst>
                </p14:cNvPr>
                <p14:cNvContentPartPr/>
                <p14:nvPr/>
              </p14:nvContentPartPr>
              <p14:xfrm>
                <a:off x="3762795" y="5557665"/>
                <a:ext cx="128160" cy="12960"/>
              </p14:xfrm>
            </p:contentPart>
          </mc:Choice>
          <mc:Fallback xmlns="">
            <p:pic>
              <p:nvPicPr>
                <p:cNvPr id="658" name="Ink 657">
                  <a:extLst>
                    <a:ext uri="{FF2B5EF4-FFF2-40B4-BE49-F238E27FC236}">
                      <a16:creationId xmlns:a16="http://schemas.microsoft.com/office/drawing/2014/main" id="{A3BC1F9C-CEBF-F7AA-D1FB-9E6A22D9CEB5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3753795" y="5548665"/>
                  <a:ext cx="1458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659" name="Ink 658">
                  <a:extLst>
                    <a:ext uri="{FF2B5EF4-FFF2-40B4-BE49-F238E27FC236}">
                      <a16:creationId xmlns:a16="http://schemas.microsoft.com/office/drawing/2014/main" id="{035736EB-0480-2F84-4C57-C740F374CEB8}"/>
                    </a:ext>
                  </a:extLst>
                </p14:cNvPr>
                <p14:cNvContentPartPr/>
                <p14:nvPr/>
              </p14:nvContentPartPr>
              <p14:xfrm>
                <a:off x="4021635" y="5567745"/>
                <a:ext cx="133200" cy="5760"/>
              </p14:xfrm>
            </p:contentPart>
          </mc:Choice>
          <mc:Fallback xmlns="">
            <p:pic>
              <p:nvPicPr>
                <p:cNvPr id="659" name="Ink 658">
                  <a:extLst>
                    <a:ext uri="{FF2B5EF4-FFF2-40B4-BE49-F238E27FC236}">
                      <a16:creationId xmlns:a16="http://schemas.microsoft.com/office/drawing/2014/main" id="{035736EB-0480-2F84-4C57-C740F374CEB8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012635" y="5558745"/>
                  <a:ext cx="150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660" name="Ink 659">
                  <a:extLst>
                    <a:ext uri="{FF2B5EF4-FFF2-40B4-BE49-F238E27FC236}">
                      <a16:creationId xmlns:a16="http://schemas.microsoft.com/office/drawing/2014/main" id="{A5FE262B-630F-5FC4-BA46-1B8C0499C6FF}"/>
                    </a:ext>
                  </a:extLst>
                </p14:cNvPr>
                <p14:cNvContentPartPr/>
                <p14:nvPr/>
              </p14:nvContentPartPr>
              <p14:xfrm>
                <a:off x="4275795" y="5570985"/>
                <a:ext cx="116280" cy="3960"/>
              </p14:xfrm>
            </p:contentPart>
          </mc:Choice>
          <mc:Fallback xmlns="">
            <p:pic>
              <p:nvPicPr>
                <p:cNvPr id="660" name="Ink 659">
                  <a:extLst>
                    <a:ext uri="{FF2B5EF4-FFF2-40B4-BE49-F238E27FC236}">
                      <a16:creationId xmlns:a16="http://schemas.microsoft.com/office/drawing/2014/main" id="{A5FE262B-630F-5FC4-BA46-1B8C0499C6FF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266795" y="5561085"/>
                  <a:ext cx="133920" cy="233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661" name="Ink 660">
                  <a:extLst>
                    <a:ext uri="{FF2B5EF4-FFF2-40B4-BE49-F238E27FC236}">
                      <a16:creationId xmlns:a16="http://schemas.microsoft.com/office/drawing/2014/main" id="{71CA2784-5372-443B-46D4-B229DC7804CF}"/>
                    </a:ext>
                  </a:extLst>
                </p14:cNvPr>
                <p14:cNvContentPartPr/>
                <p14:nvPr/>
              </p14:nvContentPartPr>
              <p14:xfrm>
                <a:off x="4526355" y="5560905"/>
                <a:ext cx="96840" cy="15480"/>
              </p14:xfrm>
            </p:contentPart>
          </mc:Choice>
          <mc:Fallback xmlns="">
            <p:pic>
              <p:nvPicPr>
                <p:cNvPr id="661" name="Ink 660">
                  <a:extLst>
                    <a:ext uri="{FF2B5EF4-FFF2-40B4-BE49-F238E27FC236}">
                      <a16:creationId xmlns:a16="http://schemas.microsoft.com/office/drawing/2014/main" id="{71CA2784-5372-443B-46D4-B229DC7804CF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517355" y="5551905"/>
                  <a:ext cx="1144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662" name="Ink 661">
                  <a:extLst>
                    <a:ext uri="{FF2B5EF4-FFF2-40B4-BE49-F238E27FC236}">
                      <a16:creationId xmlns:a16="http://schemas.microsoft.com/office/drawing/2014/main" id="{EC0D8519-71E0-4556-9B9A-D073AA3D74D7}"/>
                    </a:ext>
                  </a:extLst>
                </p14:cNvPr>
                <p14:cNvContentPartPr/>
                <p14:nvPr/>
              </p14:nvContentPartPr>
              <p14:xfrm>
                <a:off x="4736235" y="5554425"/>
                <a:ext cx="129960" cy="14760"/>
              </p14:xfrm>
            </p:contentPart>
          </mc:Choice>
          <mc:Fallback xmlns="">
            <p:pic>
              <p:nvPicPr>
                <p:cNvPr id="662" name="Ink 661">
                  <a:extLst>
                    <a:ext uri="{FF2B5EF4-FFF2-40B4-BE49-F238E27FC236}">
                      <a16:creationId xmlns:a16="http://schemas.microsoft.com/office/drawing/2014/main" id="{EC0D8519-71E0-4556-9B9A-D073AA3D74D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727210" y="5545425"/>
                  <a:ext cx="147649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663" name="Ink 662">
                  <a:extLst>
                    <a:ext uri="{FF2B5EF4-FFF2-40B4-BE49-F238E27FC236}">
                      <a16:creationId xmlns:a16="http://schemas.microsoft.com/office/drawing/2014/main" id="{28CE6BE6-4558-72DC-B9F6-CC9427A858B9}"/>
                    </a:ext>
                  </a:extLst>
                </p14:cNvPr>
                <p14:cNvContentPartPr/>
                <p14:nvPr/>
              </p14:nvContentPartPr>
              <p14:xfrm>
                <a:off x="4974915" y="5532825"/>
                <a:ext cx="138600" cy="21600"/>
              </p14:xfrm>
            </p:contentPart>
          </mc:Choice>
          <mc:Fallback xmlns="">
            <p:pic>
              <p:nvPicPr>
                <p:cNvPr id="663" name="Ink 662">
                  <a:extLst>
                    <a:ext uri="{FF2B5EF4-FFF2-40B4-BE49-F238E27FC236}">
                      <a16:creationId xmlns:a16="http://schemas.microsoft.com/office/drawing/2014/main" id="{28CE6BE6-4558-72DC-B9F6-CC9427A858B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965915" y="5523825"/>
                  <a:ext cx="1562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664" name="Ink 663">
                  <a:extLst>
                    <a:ext uri="{FF2B5EF4-FFF2-40B4-BE49-F238E27FC236}">
                      <a16:creationId xmlns:a16="http://schemas.microsoft.com/office/drawing/2014/main" id="{0F865791-EB3F-4333-A987-DC132B27DEAE}"/>
                    </a:ext>
                  </a:extLst>
                </p14:cNvPr>
                <p14:cNvContentPartPr/>
                <p14:nvPr/>
              </p14:nvContentPartPr>
              <p14:xfrm>
                <a:off x="5247795" y="5498985"/>
                <a:ext cx="144000" cy="22320"/>
              </p14:xfrm>
            </p:contentPart>
          </mc:Choice>
          <mc:Fallback xmlns="">
            <p:pic>
              <p:nvPicPr>
                <p:cNvPr id="664" name="Ink 663">
                  <a:extLst>
                    <a:ext uri="{FF2B5EF4-FFF2-40B4-BE49-F238E27FC236}">
                      <a16:creationId xmlns:a16="http://schemas.microsoft.com/office/drawing/2014/main" id="{0F865791-EB3F-4333-A987-DC132B27DEA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238795" y="5489985"/>
                  <a:ext cx="1616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665" name="Ink 664">
                  <a:extLst>
                    <a:ext uri="{FF2B5EF4-FFF2-40B4-BE49-F238E27FC236}">
                      <a16:creationId xmlns:a16="http://schemas.microsoft.com/office/drawing/2014/main" id="{B11ABD18-15CE-E0E5-2B5B-9B29539DE9E3}"/>
                    </a:ext>
                  </a:extLst>
                </p14:cNvPr>
                <p14:cNvContentPartPr/>
                <p14:nvPr/>
              </p14:nvContentPartPr>
              <p14:xfrm>
                <a:off x="5481435" y="5416185"/>
                <a:ext cx="83160" cy="45360"/>
              </p14:xfrm>
            </p:contentPart>
          </mc:Choice>
          <mc:Fallback xmlns="">
            <p:pic>
              <p:nvPicPr>
                <p:cNvPr id="665" name="Ink 664">
                  <a:extLst>
                    <a:ext uri="{FF2B5EF4-FFF2-40B4-BE49-F238E27FC236}">
                      <a16:creationId xmlns:a16="http://schemas.microsoft.com/office/drawing/2014/main" id="{B11ABD18-15CE-E0E5-2B5B-9B29539DE9E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472435" y="5407185"/>
                  <a:ext cx="100800" cy="63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66" name="TextBox 665">
            <a:extLst>
              <a:ext uri="{FF2B5EF4-FFF2-40B4-BE49-F238E27FC236}">
                <a16:creationId xmlns:a16="http://schemas.microsoft.com/office/drawing/2014/main" id="{BD9A9BC3-E8BE-C642-F82B-6E214F5CF34A}"/>
              </a:ext>
            </a:extLst>
          </p:cNvPr>
          <p:cNvSpPr txBox="1"/>
          <p:nvPr/>
        </p:nvSpPr>
        <p:spPr>
          <a:xfrm>
            <a:off x="3663075" y="5975380"/>
            <a:ext cx="1414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Formal Waste Collectors</a:t>
            </a:r>
            <a:endParaRPr lang="en-US" sz="1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667" name="Ink 666">
                <a:extLst>
                  <a:ext uri="{FF2B5EF4-FFF2-40B4-BE49-F238E27FC236}">
                    <a16:creationId xmlns:a16="http://schemas.microsoft.com/office/drawing/2014/main" id="{680D8029-CBF0-9A78-BEA4-590250B2ABDA}"/>
                  </a:ext>
                </a:extLst>
              </p14:cNvPr>
              <p14:cNvContentPartPr/>
              <p14:nvPr/>
            </p14:nvContentPartPr>
            <p14:xfrm>
              <a:off x="3075915" y="5159505"/>
              <a:ext cx="29880" cy="95040"/>
            </p14:xfrm>
          </p:contentPart>
        </mc:Choice>
        <mc:Fallback xmlns="">
          <p:pic>
            <p:nvPicPr>
              <p:cNvPr id="667" name="Ink 666">
                <a:extLst>
                  <a:ext uri="{FF2B5EF4-FFF2-40B4-BE49-F238E27FC236}">
                    <a16:creationId xmlns:a16="http://schemas.microsoft.com/office/drawing/2014/main" id="{680D8029-CBF0-9A78-BEA4-590250B2ABDA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3066915" y="5150505"/>
                <a:ext cx="4752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668" name="Ink 667">
                <a:extLst>
                  <a:ext uri="{FF2B5EF4-FFF2-40B4-BE49-F238E27FC236}">
                    <a16:creationId xmlns:a16="http://schemas.microsoft.com/office/drawing/2014/main" id="{B6A9C727-1773-CA97-F334-61F41F0FA10C}"/>
                  </a:ext>
                </a:extLst>
              </p14:cNvPr>
              <p14:cNvContentPartPr/>
              <p14:nvPr/>
            </p14:nvContentPartPr>
            <p14:xfrm>
              <a:off x="3110835" y="4902465"/>
              <a:ext cx="27360" cy="122040"/>
            </p14:xfrm>
          </p:contentPart>
        </mc:Choice>
        <mc:Fallback xmlns="">
          <p:pic>
            <p:nvPicPr>
              <p:cNvPr id="668" name="Ink 667">
                <a:extLst>
                  <a:ext uri="{FF2B5EF4-FFF2-40B4-BE49-F238E27FC236}">
                    <a16:creationId xmlns:a16="http://schemas.microsoft.com/office/drawing/2014/main" id="{B6A9C727-1773-CA97-F334-61F41F0FA10C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3101952" y="4893491"/>
                <a:ext cx="44771" cy="1396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669" name="Ink 668">
                <a:extLst>
                  <a:ext uri="{FF2B5EF4-FFF2-40B4-BE49-F238E27FC236}">
                    <a16:creationId xmlns:a16="http://schemas.microsoft.com/office/drawing/2014/main" id="{4BF6BE25-85AE-1032-D2F8-596B532DA76D}"/>
                  </a:ext>
                </a:extLst>
              </p14:cNvPr>
              <p14:cNvContentPartPr/>
              <p14:nvPr/>
            </p14:nvContentPartPr>
            <p14:xfrm>
              <a:off x="3137835" y="4651185"/>
              <a:ext cx="41040" cy="105840"/>
            </p14:xfrm>
          </p:contentPart>
        </mc:Choice>
        <mc:Fallback xmlns="">
          <p:pic>
            <p:nvPicPr>
              <p:cNvPr id="669" name="Ink 668">
                <a:extLst>
                  <a:ext uri="{FF2B5EF4-FFF2-40B4-BE49-F238E27FC236}">
                    <a16:creationId xmlns:a16="http://schemas.microsoft.com/office/drawing/2014/main" id="{4BF6BE25-85AE-1032-D2F8-596B532DA76D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3128835" y="4642185"/>
                <a:ext cx="5868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670" name="Ink 669">
                <a:extLst>
                  <a:ext uri="{FF2B5EF4-FFF2-40B4-BE49-F238E27FC236}">
                    <a16:creationId xmlns:a16="http://schemas.microsoft.com/office/drawing/2014/main" id="{E46267E7-CA7C-5BBE-B6A9-6025227CF710}"/>
                  </a:ext>
                </a:extLst>
              </p14:cNvPr>
              <p14:cNvContentPartPr/>
              <p14:nvPr/>
            </p14:nvContentPartPr>
            <p14:xfrm>
              <a:off x="3285075" y="4506825"/>
              <a:ext cx="53640" cy="57240"/>
            </p14:xfrm>
          </p:contentPart>
        </mc:Choice>
        <mc:Fallback xmlns="">
          <p:pic>
            <p:nvPicPr>
              <p:cNvPr id="670" name="Ink 669">
                <a:extLst>
                  <a:ext uri="{FF2B5EF4-FFF2-40B4-BE49-F238E27FC236}">
                    <a16:creationId xmlns:a16="http://schemas.microsoft.com/office/drawing/2014/main" id="{E46267E7-CA7C-5BBE-B6A9-6025227CF710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3276075" y="4497768"/>
                <a:ext cx="71280" cy="749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671" name="Ink 670">
                <a:extLst>
                  <a:ext uri="{FF2B5EF4-FFF2-40B4-BE49-F238E27FC236}">
                    <a16:creationId xmlns:a16="http://schemas.microsoft.com/office/drawing/2014/main" id="{9B4D678B-A649-A082-0A88-73C90FCFB0AA}"/>
                  </a:ext>
                </a:extLst>
              </p14:cNvPr>
              <p14:cNvContentPartPr/>
              <p14:nvPr/>
            </p14:nvContentPartPr>
            <p14:xfrm>
              <a:off x="3389115" y="4266345"/>
              <a:ext cx="26640" cy="139320"/>
            </p14:xfrm>
          </p:contentPart>
        </mc:Choice>
        <mc:Fallback xmlns="">
          <p:pic>
            <p:nvPicPr>
              <p:cNvPr id="671" name="Ink 670">
                <a:extLst>
                  <a:ext uri="{FF2B5EF4-FFF2-40B4-BE49-F238E27FC236}">
                    <a16:creationId xmlns:a16="http://schemas.microsoft.com/office/drawing/2014/main" id="{9B4D678B-A649-A082-0A88-73C90FCFB0AA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3380115" y="4257345"/>
                <a:ext cx="44280" cy="15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672" name="Group 671">
            <a:extLst>
              <a:ext uri="{FF2B5EF4-FFF2-40B4-BE49-F238E27FC236}">
                <a16:creationId xmlns:a16="http://schemas.microsoft.com/office/drawing/2014/main" id="{2ADA6414-4FCC-C698-B967-410AEA0120F1}"/>
              </a:ext>
            </a:extLst>
          </p:cNvPr>
          <p:cNvGrpSpPr/>
          <p:nvPr/>
        </p:nvGrpSpPr>
        <p:grpSpPr>
          <a:xfrm>
            <a:off x="3148275" y="3698265"/>
            <a:ext cx="264600" cy="466200"/>
            <a:chOff x="3148275" y="3698265"/>
            <a:chExt cx="264600" cy="46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673" name="Ink 672">
                  <a:extLst>
                    <a:ext uri="{FF2B5EF4-FFF2-40B4-BE49-F238E27FC236}">
                      <a16:creationId xmlns:a16="http://schemas.microsoft.com/office/drawing/2014/main" id="{56657CEB-99DF-9CE5-750D-71CA3E5BC424}"/>
                    </a:ext>
                  </a:extLst>
                </p14:cNvPr>
                <p14:cNvContentPartPr/>
                <p14:nvPr/>
              </p14:nvContentPartPr>
              <p14:xfrm>
                <a:off x="3398475" y="4031265"/>
                <a:ext cx="14400" cy="133200"/>
              </p14:xfrm>
            </p:contentPart>
          </mc:Choice>
          <mc:Fallback xmlns="">
            <p:pic>
              <p:nvPicPr>
                <p:cNvPr id="673" name="Ink 672">
                  <a:extLst>
                    <a:ext uri="{FF2B5EF4-FFF2-40B4-BE49-F238E27FC236}">
                      <a16:creationId xmlns:a16="http://schemas.microsoft.com/office/drawing/2014/main" id="{56657CEB-99DF-9CE5-750D-71CA3E5BC42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389475" y="4022265"/>
                  <a:ext cx="320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674" name="Ink 673">
                  <a:extLst>
                    <a:ext uri="{FF2B5EF4-FFF2-40B4-BE49-F238E27FC236}">
                      <a16:creationId xmlns:a16="http://schemas.microsoft.com/office/drawing/2014/main" id="{ADB3C726-48E5-A629-9BBE-4E9BB2DB0B04}"/>
                    </a:ext>
                  </a:extLst>
                </p14:cNvPr>
                <p14:cNvContentPartPr/>
                <p14:nvPr/>
              </p14:nvContentPartPr>
              <p14:xfrm>
                <a:off x="3335835" y="3876465"/>
                <a:ext cx="27360" cy="115200"/>
              </p14:xfrm>
            </p:contentPart>
          </mc:Choice>
          <mc:Fallback xmlns="">
            <p:pic>
              <p:nvPicPr>
                <p:cNvPr id="674" name="Ink 673">
                  <a:extLst>
                    <a:ext uri="{FF2B5EF4-FFF2-40B4-BE49-F238E27FC236}">
                      <a16:creationId xmlns:a16="http://schemas.microsoft.com/office/drawing/2014/main" id="{ADB3C726-48E5-A629-9BBE-4E9BB2DB0B04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326835" y="3867465"/>
                  <a:ext cx="450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675" name="Ink 674">
                  <a:extLst>
                    <a:ext uri="{FF2B5EF4-FFF2-40B4-BE49-F238E27FC236}">
                      <a16:creationId xmlns:a16="http://schemas.microsoft.com/office/drawing/2014/main" id="{335CCE39-8383-5BE0-574B-4A76978472CB}"/>
                    </a:ext>
                  </a:extLst>
                </p14:cNvPr>
                <p14:cNvContentPartPr/>
                <p14:nvPr/>
              </p14:nvContentPartPr>
              <p14:xfrm>
                <a:off x="3148275" y="3698265"/>
                <a:ext cx="117720" cy="134280"/>
              </p14:xfrm>
            </p:contentPart>
          </mc:Choice>
          <mc:Fallback xmlns="">
            <p:pic>
              <p:nvPicPr>
                <p:cNvPr id="675" name="Ink 674">
                  <a:extLst>
                    <a:ext uri="{FF2B5EF4-FFF2-40B4-BE49-F238E27FC236}">
                      <a16:creationId xmlns:a16="http://schemas.microsoft.com/office/drawing/2014/main" id="{335CCE39-8383-5BE0-574B-4A76978472C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139275" y="3689241"/>
                  <a:ext cx="135360" cy="15196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676" name="Ink 675">
                <a:extLst>
                  <a:ext uri="{FF2B5EF4-FFF2-40B4-BE49-F238E27FC236}">
                    <a16:creationId xmlns:a16="http://schemas.microsoft.com/office/drawing/2014/main" id="{42CEF361-833C-0158-D7AC-CF6CA3974E9E}"/>
                  </a:ext>
                </a:extLst>
              </p14:cNvPr>
              <p14:cNvContentPartPr/>
              <p14:nvPr/>
            </p14:nvContentPartPr>
            <p14:xfrm>
              <a:off x="2972595" y="3524745"/>
              <a:ext cx="71640" cy="183960"/>
            </p14:xfrm>
          </p:contentPart>
        </mc:Choice>
        <mc:Fallback xmlns="">
          <p:pic>
            <p:nvPicPr>
              <p:cNvPr id="676" name="Ink 675">
                <a:extLst>
                  <a:ext uri="{FF2B5EF4-FFF2-40B4-BE49-F238E27FC236}">
                    <a16:creationId xmlns:a16="http://schemas.microsoft.com/office/drawing/2014/main" id="{42CEF361-833C-0158-D7AC-CF6CA3974E9E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2963550" y="3515745"/>
                <a:ext cx="89369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677" name="Ink 676">
                <a:extLst>
                  <a:ext uri="{FF2B5EF4-FFF2-40B4-BE49-F238E27FC236}">
                    <a16:creationId xmlns:a16="http://schemas.microsoft.com/office/drawing/2014/main" id="{AA071CE8-8531-3EA6-11A7-7098940976E0}"/>
                  </a:ext>
                </a:extLst>
              </p14:cNvPr>
              <p14:cNvContentPartPr/>
              <p14:nvPr/>
            </p14:nvContentPartPr>
            <p14:xfrm>
              <a:off x="2984475" y="3293625"/>
              <a:ext cx="57960" cy="109440"/>
            </p14:xfrm>
          </p:contentPart>
        </mc:Choice>
        <mc:Fallback xmlns="">
          <p:pic>
            <p:nvPicPr>
              <p:cNvPr id="677" name="Ink 676">
                <a:extLst>
                  <a:ext uri="{FF2B5EF4-FFF2-40B4-BE49-F238E27FC236}">
                    <a16:creationId xmlns:a16="http://schemas.microsoft.com/office/drawing/2014/main" id="{AA071CE8-8531-3EA6-11A7-7098940976E0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2975475" y="3284625"/>
                <a:ext cx="756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678" name="Ink 677">
                <a:extLst>
                  <a:ext uri="{FF2B5EF4-FFF2-40B4-BE49-F238E27FC236}">
                    <a16:creationId xmlns:a16="http://schemas.microsoft.com/office/drawing/2014/main" id="{8DC53974-AFC9-6663-8B75-BCE7569843BA}"/>
                  </a:ext>
                </a:extLst>
              </p14:cNvPr>
              <p14:cNvContentPartPr/>
              <p14:nvPr/>
            </p14:nvContentPartPr>
            <p14:xfrm>
              <a:off x="3087075" y="3054225"/>
              <a:ext cx="24120" cy="113760"/>
            </p14:xfrm>
          </p:contentPart>
        </mc:Choice>
        <mc:Fallback xmlns="">
          <p:pic>
            <p:nvPicPr>
              <p:cNvPr id="678" name="Ink 677">
                <a:extLst>
                  <a:ext uri="{FF2B5EF4-FFF2-40B4-BE49-F238E27FC236}">
                    <a16:creationId xmlns:a16="http://schemas.microsoft.com/office/drawing/2014/main" id="{8DC53974-AFC9-6663-8B75-BCE7569843BA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3078075" y="3045225"/>
                <a:ext cx="4176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679" name="Ink 678">
                <a:extLst>
                  <a:ext uri="{FF2B5EF4-FFF2-40B4-BE49-F238E27FC236}">
                    <a16:creationId xmlns:a16="http://schemas.microsoft.com/office/drawing/2014/main" id="{EA956E06-A322-C91E-3B52-72800C5F91FF}"/>
                  </a:ext>
                </a:extLst>
              </p14:cNvPr>
              <p14:cNvContentPartPr/>
              <p14:nvPr/>
            </p14:nvContentPartPr>
            <p14:xfrm>
              <a:off x="3069435" y="2807625"/>
              <a:ext cx="40320" cy="136800"/>
            </p14:xfrm>
          </p:contentPart>
        </mc:Choice>
        <mc:Fallback xmlns="">
          <p:pic>
            <p:nvPicPr>
              <p:cNvPr id="679" name="Ink 678">
                <a:extLst>
                  <a:ext uri="{FF2B5EF4-FFF2-40B4-BE49-F238E27FC236}">
                    <a16:creationId xmlns:a16="http://schemas.microsoft.com/office/drawing/2014/main" id="{EA956E06-A322-C91E-3B52-72800C5F91FF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3060435" y="2798625"/>
                <a:ext cx="5796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680" name="Ink 679">
                <a:extLst>
                  <a:ext uri="{FF2B5EF4-FFF2-40B4-BE49-F238E27FC236}">
                    <a16:creationId xmlns:a16="http://schemas.microsoft.com/office/drawing/2014/main" id="{7B33B48E-CCEA-10D0-759B-86C1DD351704}"/>
                  </a:ext>
                </a:extLst>
              </p14:cNvPr>
              <p14:cNvContentPartPr/>
              <p14:nvPr/>
            </p14:nvContentPartPr>
            <p14:xfrm>
              <a:off x="3011835" y="2541225"/>
              <a:ext cx="3600" cy="169560"/>
            </p14:xfrm>
          </p:contentPart>
        </mc:Choice>
        <mc:Fallback xmlns="">
          <p:pic>
            <p:nvPicPr>
              <p:cNvPr id="680" name="Ink 679">
                <a:extLst>
                  <a:ext uri="{FF2B5EF4-FFF2-40B4-BE49-F238E27FC236}">
                    <a16:creationId xmlns:a16="http://schemas.microsoft.com/office/drawing/2014/main" id="{7B33B48E-CCEA-10D0-759B-86C1DD351704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3003653" y="2532244"/>
                <a:ext cx="19636" cy="1871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681" name="Ink 680">
                <a:extLst>
                  <a:ext uri="{FF2B5EF4-FFF2-40B4-BE49-F238E27FC236}">
                    <a16:creationId xmlns:a16="http://schemas.microsoft.com/office/drawing/2014/main" id="{E25223E5-EEDB-50ED-1348-091009F96A0D}"/>
                  </a:ext>
                </a:extLst>
              </p14:cNvPr>
              <p14:cNvContentPartPr/>
              <p14:nvPr/>
            </p14:nvContentPartPr>
            <p14:xfrm>
              <a:off x="2945595" y="2348985"/>
              <a:ext cx="42480" cy="110520"/>
            </p14:xfrm>
          </p:contentPart>
        </mc:Choice>
        <mc:Fallback xmlns="">
          <p:pic>
            <p:nvPicPr>
              <p:cNvPr id="681" name="Ink 680">
                <a:extLst>
                  <a:ext uri="{FF2B5EF4-FFF2-40B4-BE49-F238E27FC236}">
                    <a16:creationId xmlns:a16="http://schemas.microsoft.com/office/drawing/2014/main" id="{E25223E5-EEDB-50ED-1348-091009F96A0D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2936595" y="2339985"/>
                <a:ext cx="6012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682" name="Ink 681">
                <a:extLst>
                  <a:ext uri="{FF2B5EF4-FFF2-40B4-BE49-F238E27FC236}">
                    <a16:creationId xmlns:a16="http://schemas.microsoft.com/office/drawing/2014/main" id="{9AED54A2-3687-05A0-B7FA-FA537C8E49EA}"/>
                  </a:ext>
                </a:extLst>
              </p14:cNvPr>
              <p14:cNvContentPartPr/>
              <p14:nvPr/>
            </p14:nvContentPartPr>
            <p14:xfrm>
              <a:off x="2868915" y="2138025"/>
              <a:ext cx="27000" cy="126360"/>
            </p14:xfrm>
          </p:contentPart>
        </mc:Choice>
        <mc:Fallback xmlns="">
          <p:pic>
            <p:nvPicPr>
              <p:cNvPr id="682" name="Ink 681">
                <a:extLst>
                  <a:ext uri="{FF2B5EF4-FFF2-40B4-BE49-F238E27FC236}">
                    <a16:creationId xmlns:a16="http://schemas.microsoft.com/office/drawing/2014/main" id="{9AED54A2-3687-05A0-B7FA-FA537C8E49EA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2859915" y="2129025"/>
                <a:ext cx="4464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683" name="Ink 682">
                <a:extLst>
                  <a:ext uri="{FF2B5EF4-FFF2-40B4-BE49-F238E27FC236}">
                    <a16:creationId xmlns:a16="http://schemas.microsoft.com/office/drawing/2014/main" id="{DAD44CF6-6E09-96B8-E2A2-ABF9D2A99480}"/>
                  </a:ext>
                </a:extLst>
              </p14:cNvPr>
              <p14:cNvContentPartPr/>
              <p14:nvPr/>
            </p14:nvContentPartPr>
            <p14:xfrm>
              <a:off x="2904195" y="1985745"/>
              <a:ext cx="88560" cy="59760"/>
            </p14:xfrm>
          </p:contentPart>
        </mc:Choice>
        <mc:Fallback xmlns="">
          <p:pic>
            <p:nvPicPr>
              <p:cNvPr id="683" name="Ink 682">
                <a:extLst>
                  <a:ext uri="{FF2B5EF4-FFF2-40B4-BE49-F238E27FC236}">
                    <a16:creationId xmlns:a16="http://schemas.microsoft.com/office/drawing/2014/main" id="{DAD44CF6-6E09-96B8-E2A2-ABF9D2A99480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2895195" y="1976745"/>
                <a:ext cx="10620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684" name="Ink 683">
                <a:extLst>
                  <a:ext uri="{FF2B5EF4-FFF2-40B4-BE49-F238E27FC236}">
                    <a16:creationId xmlns:a16="http://schemas.microsoft.com/office/drawing/2014/main" id="{6694D6A3-1523-3A4B-CA66-50F51F2709C1}"/>
                  </a:ext>
                </a:extLst>
              </p14:cNvPr>
              <p14:cNvContentPartPr/>
              <p14:nvPr/>
            </p14:nvContentPartPr>
            <p14:xfrm>
              <a:off x="3103275" y="1964505"/>
              <a:ext cx="125640" cy="9000"/>
            </p14:xfrm>
          </p:contentPart>
        </mc:Choice>
        <mc:Fallback xmlns="">
          <p:pic>
            <p:nvPicPr>
              <p:cNvPr id="684" name="Ink 683">
                <a:extLst>
                  <a:ext uri="{FF2B5EF4-FFF2-40B4-BE49-F238E27FC236}">
                    <a16:creationId xmlns:a16="http://schemas.microsoft.com/office/drawing/2014/main" id="{6694D6A3-1523-3A4B-CA66-50F51F2709C1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3094275" y="1955130"/>
                <a:ext cx="143280" cy="27375"/>
              </a:xfrm>
              <a:prstGeom prst="rect">
                <a:avLst/>
              </a:prstGeom>
            </p:spPr>
          </p:pic>
        </mc:Fallback>
      </mc:AlternateContent>
      <p:grpSp>
        <p:nvGrpSpPr>
          <p:cNvPr id="685" name="Group 684">
            <a:extLst>
              <a:ext uri="{FF2B5EF4-FFF2-40B4-BE49-F238E27FC236}">
                <a16:creationId xmlns:a16="http://schemas.microsoft.com/office/drawing/2014/main" id="{797D2A6F-E657-3DB6-ADC5-12FDC87B2440}"/>
              </a:ext>
            </a:extLst>
          </p:cNvPr>
          <p:cNvGrpSpPr/>
          <p:nvPr/>
        </p:nvGrpSpPr>
        <p:grpSpPr>
          <a:xfrm>
            <a:off x="3339435" y="1965585"/>
            <a:ext cx="405000" cy="23400"/>
            <a:chOff x="3339435" y="1965585"/>
            <a:chExt cx="405000" cy="2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686" name="Ink 685">
                  <a:extLst>
                    <a:ext uri="{FF2B5EF4-FFF2-40B4-BE49-F238E27FC236}">
                      <a16:creationId xmlns:a16="http://schemas.microsoft.com/office/drawing/2014/main" id="{50DBA5F1-BCED-C91E-9D1A-99E40EB47BAB}"/>
                    </a:ext>
                  </a:extLst>
                </p14:cNvPr>
                <p14:cNvContentPartPr/>
                <p14:nvPr/>
              </p14:nvContentPartPr>
              <p14:xfrm>
                <a:off x="3339435" y="1965585"/>
                <a:ext cx="159480" cy="5040"/>
              </p14:xfrm>
            </p:contentPart>
          </mc:Choice>
          <mc:Fallback xmlns="">
            <p:pic>
              <p:nvPicPr>
                <p:cNvPr id="686" name="Ink 685">
                  <a:extLst>
                    <a:ext uri="{FF2B5EF4-FFF2-40B4-BE49-F238E27FC236}">
                      <a16:creationId xmlns:a16="http://schemas.microsoft.com/office/drawing/2014/main" id="{50DBA5F1-BCED-C91E-9D1A-99E40EB47BAB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330435" y="1956585"/>
                  <a:ext cx="1771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687" name="Ink 686">
                  <a:extLst>
                    <a:ext uri="{FF2B5EF4-FFF2-40B4-BE49-F238E27FC236}">
                      <a16:creationId xmlns:a16="http://schemas.microsoft.com/office/drawing/2014/main" id="{E1036FC8-8A13-ADE3-9127-CD3959F38529}"/>
                    </a:ext>
                  </a:extLst>
                </p14:cNvPr>
                <p14:cNvContentPartPr/>
                <p14:nvPr/>
              </p14:nvContentPartPr>
              <p14:xfrm>
                <a:off x="3589275" y="1978185"/>
                <a:ext cx="155160" cy="10800"/>
              </p14:xfrm>
            </p:contentPart>
          </mc:Choice>
          <mc:Fallback xmlns="">
            <p:pic>
              <p:nvPicPr>
                <p:cNvPr id="687" name="Ink 686">
                  <a:extLst>
                    <a:ext uri="{FF2B5EF4-FFF2-40B4-BE49-F238E27FC236}">
                      <a16:creationId xmlns:a16="http://schemas.microsoft.com/office/drawing/2014/main" id="{E1036FC8-8A13-ADE3-9127-CD3959F38529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580275" y="1969185"/>
                  <a:ext cx="172800" cy="2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688" name="Ink 687">
                <a:extLst>
                  <a:ext uri="{FF2B5EF4-FFF2-40B4-BE49-F238E27FC236}">
                    <a16:creationId xmlns:a16="http://schemas.microsoft.com/office/drawing/2014/main" id="{CD3086DF-44DB-EFA3-88FB-697D410147AD}"/>
                  </a:ext>
                </a:extLst>
              </p14:cNvPr>
              <p14:cNvContentPartPr/>
              <p14:nvPr/>
            </p14:nvContentPartPr>
            <p14:xfrm>
              <a:off x="3865035" y="1985745"/>
              <a:ext cx="160200" cy="12240"/>
            </p14:xfrm>
          </p:contentPart>
        </mc:Choice>
        <mc:Fallback xmlns="">
          <p:pic>
            <p:nvPicPr>
              <p:cNvPr id="688" name="Ink 687">
                <a:extLst>
                  <a:ext uri="{FF2B5EF4-FFF2-40B4-BE49-F238E27FC236}">
                    <a16:creationId xmlns:a16="http://schemas.microsoft.com/office/drawing/2014/main" id="{CD3086DF-44DB-EFA3-88FB-697D410147AD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3856035" y="1976472"/>
                <a:ext cx="177840" cy="304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689" name="Ink 688">
                <a:extLst>
                  <a:ext uri="{FF2B5EF4-FFF2-40B4-BE49-F238E27FC236}">
                    <a16:creationId xmlns:a16="http://schemas.microsoft.com/office/drawing/2014/main" id="{BE632EA8-5368-784F-F88D-17FDFDAFF9CE}"/>
                  </a:ext>
                </a:extLst>
              </p14:cNvPr>
              <p14:cNvContentPartPr/>
              <p14:nvPr/>
            </p14:nvContentPartPr>
            <p14:xfrm>
              <a:off x="4138635" y="1966305"/>
              <a:ext cx="141480" cy="10800"/>
            </p14:xfrm>
          </p:contentPart>
        </mc:Choice>
        <mc:Fallback xmlns="">
          <p:pic>
            <p:nvPicPr>
              <p:cNvPr id="689" name="Ink 688">
                <a:extLst>
                  <a:ext uri="{FF2B5EF4-FFF2-40B4-BE49-F238E27FC236}">
                    <a16:creationId xmlns:a16="http://schemas.microsoft.com/office/drawing/2014/main" id="{BE632EA8-5368-784F-F88D-17FDFDAFF9CE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4129635" y="1957305"/>
                <a:ext cx="159120" cy="2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90" name="Group 689">
            <a:extLst>
              <a:ext uri="{FF2B5EF4-FFF2-40B4-BE49-F238E27FC236}">
                <a16:creationId xmlns:a16="http://schemas.microsoft.com/office/drawing/2014/main" id="{7A4C8E28-1C98-CE77-A128-668D2CB3B638}"/>
              </a:ext>
            </a:extLst>
          </p:cNvPr>
          <p:cNvGrpSpPr/>
          <p:nvPr/>
        </p:nvGrpSpPr>
        <p:grpSpPr>
          <a:xfrm>
            <a:off x="4409355" y="1527825"/>
            <a:ext cx="1167120" cy="430200"/>
            <a:chOff x="4409355" y="1527825"/>
            <a:chExt cx="1167120" cy="43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691" name="Ink 690">
                  <a:extLst>
                    <a:ext uri="{FF2B5EF4-FFF2-40B4-BE49-F238E27FC236}">
                      <a16:creationId xmlns:a16="http://schemas.microsoft.com/office/drawing/2014/main" id="{D742A976-D57E-6C30-8E73-60F1DDD79894}"/>
                    </a:ext>
                  </a:extLst>
                </p14:cNvPr>
                <p14:cNvContentPartPr/>
                <p14:nvPr/>
              </p14:nvContentPartPr>
              <p14:xfrm>
                <a:off x="4409355" y="1920585"/>
                <a:ext cx="143280" cy="37440"/>
              </p14:xfrm>
            </p:contentPart>
          </mc:Choice>
          <mc:Fallback xmlns="">
            <p:pic>
              <p:nvPicPr>
                <p:cNvPr id="691" name="Ink 690">
                  <a:extLst>
                    <a:ext uri="{FF2B5EF4-FFF2-40B4-BE49-F238E27FC236}">
                      <a16:creationId xmlns:a16="http://schemas.microsoft.com/office/drawing/2014/main" id="{D742A976-D57E-6C30-8E73-60F1DDD79894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4400355" y="1911585"/>
                  <a:ext cx="1609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692" name="Ink 691">
                  <a:extLst>
                    <a:ext uri="{FF2B5EF4-FFF2-40B4-BE49-F238E27FC236}">
                      <a16:creationId xmlns:a16="http://schemas.microsoft.com/office/drawing/2014/main" id="{D728887A-442A-5590-FC70-7892D4675BE3}"/>
                    </a:ext>
                  </a:extLst>
                </p14:cNvPr>
                <p14:cNvContentPartPr/>
                <p14:nvPr/>
              </p14:nvContentPartPr>
              <p14:xfrm>
                <a:off x="4659195" y="1855785"/>
                <a:ext cx="145080" cy="46800"/>
              </p14:xfrm>
            </p:contentPart>
          </mc:Choice>
          <mc:Fallback xmlns="">
            <p:pic>
              <p:nvPicPr>
                <p:cNvPr id="692" name="Ink 691">
                  <a:extLst>
                    <a:ext uri="{FF2B5EF4-FFF2-40B4-BE49-F238E27FC236}">
                      <a16:creationId xmlns:a16="http://schemas.microsoft.com/office/drawing/2014/main" id="{D728887A-442A-5590-FC70-7892D4675BE3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4650195" y="1846785"/>
                  <a:ext cx="1627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693" name="Ink 692">
                  <a:extLst>
                    <a:ext uri="{FF2B5EF4-FFF2-40B4-BE49-F238E27FC236}">
                      <a16:creationId xmlns:a16="http://schemas.microsoft.com/office/drawing/2014/main" id="{ADE1D4A5-681C-18B3-F85C-EBE455E99C3D}"/>
                    </a:ext>
                  </a:extLst>
                </p14:cNvPr>
                <p14:cNvContentPartPr/>
                <p14:nvPr/>
              </p14:nvContentPartPr>
              <p14:xfrm>
                <a:off x="4905435" y="1753905"/>
                <a:ext cx="149400" cy="58680"/>
              </p14:xfrm>
            </p:contentPart>
          </mc:Choice>
          <mc:Fallback xmlns="">
            <p:pic>
              <p:nvPicPr>
                <p:cNvPr id="693" name="Ink 692">
                  <a:extLst>
                    <a:ext uri="{FF2B5EF4-FFF2-40B4-BE49-F238E27FC236}">
                      <a16:creationId xmlns:a16="http://schemas.microsoft.com/office/drawing/2014/main" id="{ADE1D4A5-681C-18B3-F85C-EBE455E99C3D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896435" y="1744905"/>
                  <a:ext cx="1670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694" name="Ink 693">
                  <a:extLst>
                    <a:ext uri="{FF2B5EF4-FFF2-40B4-BE49-F238E27FC236}">
                      <a16:creationId xmlns:a16="http://schemas.microsoft.com/office/drawing/2014/main" id="{667AC03C-181E-E34C-088A-600BA242999B}"/>
                    </a:ext>
                  </a:extLst>
                </p14:cNvPr>
                <p14:cNvContentPartPr/>
                <p14:nvPr/>
              </p14:nvContentPartPr>
              <p14:xfrm>
                <a:off x="5175795" y="1643025"/>
                <a:ext cx="133200" cy="59760"/>
              </p14:xfrm>
            </p:contentPart>
          </mc:Choice>
          <mc:Fallback xmlns="">
            <p:pic>
              <p:nvPicPr>
                <p:cNvPr id="694" name="Ink 693">
                  <a:extLst>
                    <a:ext uri="{FF2B5EF4-FFF2-40B4-BE49-F238E27FC236}">
                      <a16:creationId xmlns:a16="http://schemas.microsoft.com/office/drawing/2014/main" id="{667AC03C-181E-E34C-088A-600BA242999B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166795" y="1634025"/>
                  <a:ext cx="1508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695" name="Ink 694">
                  <a:extLst>
                    <a:ext uri="{FF2B5EF4-FFF2-40B4-BE49-F238E27FC236}">
                      <a16:creationId xmlns:a16="http://schemas.microsoft.com/office/drawing/2014/main" id="{1C65F84E-DFA9-B9E9-1166-73A9797A390F}"/>
                    </a:ext>
                  </a:extLst>
                </p14:cNvPr>
                <p14:cNvContentPartPr/>
                <p14:nvPr/>
              </p14:nvContentPartPr>
              <p14:xfrm>
                <a:off x="5419515" y="1527825"/>
                <a:ext cx="156960" cy="49680"/>
              </p14:xfrm>
            </p:contentPart>
          </mc:Choice>
          <mc:Fallback xmlns="">
            <p:pic>
              <p:nvPicPr>
                <p:cNvPr id="695" name="Ink 694">
                  <a:extLst>
                    <a:ext uri="{FF2B5EF4-FFF2-40B4-BE49-F238E27FC236}">
                      <a16:creationId xmlns:a16="http://schemas.microsoft.com/office/drawing/2014/main" id="{1C65F84E-DFA9-B9E9-1166-73A9797A390F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410536" y="1518825"/>
                  <a:ext cx="17456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6" name="Group 695">
            <a:extLst>
              <a:ext uri="{FF2B5EF4-FFF2-40B4-BE49-F238E27FC236}">
                <a16:creationId xmlns:a16="http://schemas.microsoft.com/office/drawing/2014/main" id="{14B63ACC-28FC-6F9A-DDF7-6E83B12910E1}"/>
              </a:ext>
            </a:extLst>
          </p:cNvPr>
          <p:cNvGrpSpPr/>
          <p:nvPr/>
        </p:nvGrpSpPr>
        <p:grpSpPr>
          <a:xfrm>
            <a:off x="5715795" y="1473465"/>
            <a:ext cx="429480" cy="24120"/>
            <a:chOff x="5715795" y="1473465"/>
            <a:chExt cx="429480" cy="2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697" name="Ink 696">
                  <a:extLst>
                    <a:ext uri="{FF2B5EF4-FFF2-40B4-BE49-F238E27FC236}">
                      <a16:creationId xmlns:a16="http://schemas.microsoft.com/office/drawing/2014/main" id="{1722F988-AE6C-1985-DD70-E04F7ED46503}"/>
                    </a:ext>
                  </a:extLst>
                </p14:cNvPr>
                <p14:cNvContentPartPr/>
                <p14:nvPr/>
              </p14:nvContentPartPr>
              <p14:xfrm>
                <a:off x="5715795" y="1497225"/>
                <a:ext cx="153360" cy="360"/>
              </p14:xfrm>
            </p:contentPart>
          </mc:Choice>
          <mc:Fallback xmlns="">
            <p:pic>
              <p:nvPicPr>
                <p:cNvPr id="697" name="Ink 696">
                  <a:extLst>
                    <a:ext uri="{FF2B5EF4-FFF2-40B4-BE49-F238E27FC236}">
                      <a16:creationId xmlns:a16="http://schemas.microsoft.com/office/drawing/2014/main" id="{1722F988-AE6C-1985-DD70-E04F7ED4650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706795" y="1488225"/>
                  <a:ext cx="171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698" name="Ink 697">
                  <a:extLst>
                    <a:ext uri="{FF2B5EF4-FFF2-40B4-BE49-F238E27FC236}">
                      <a16:creationId xmlns:a16="http://schemas.microsoft.com/office/drawing/2014/main" id="{AFE78116-7CFE-9F12-8D5C-8D758FE80947}"/>
                    </a:ext>
                  </a:extLst>
                </p14:cNvPr>
                <p14:cNvContentPartPr/>
                <p14:nvPr/>
              </p14:nvContentPartPr>
              <p14:xfrm>
                <a:off x="5970675" y="1473465"/>
                <a:ext cx="174600" cy="7200"/>
              </p14:xfrm>
            </p:contentPart>
          </mc:Choice>
          <mc:Fallback xmlns="">
            <p:pic>
              <p:nvPicPr>
                <p:cNvPr id="698" name="Ink 697">
                  <a:extLst>
                    <a:ext uri="{FF2B5EF4-FFF2-40B4-BE49-F238E27FC236}">
                      <a16:creationId xmlns:a16="http://schemas.microsoft.com/office/drawing/2014/main" id="{AFE78116-7CFE-9F12-8D5C-8D758FE80947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5961675" y="1464465"/>
                  <a:ext cx="19224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699" name="Ink 698">
                <a:extLst>
                  <a:ext uri="{FF2B5EF4-FFF2-40B4-BE49-F238E27FC236}">
                    <a16:creationId xmlns:a16="http://schemas.microsoft.com/office/drawing/2014/main" id="{5DF78CAE-7B8A-F0A6-B6FE-7B8B09AAB0B6}"/>
                  </a:ext>
                </a:extLst>
              </p14:cNvPr>
              <p14:cNvContentPartPr/>
              <p14:nvPr/>
            </p14:nvContentPartPr>
            <p14:xfrm>
              <a:off x="6305115" y="1473105"/>
              <a:ext cx="113760" cy="10800"/>
            </p14:xfrm>
          </p:contentPart>
        </mc:Choice>
        <mc:Fallback xmlns="">
          <p:pic>
            <p:nvPicPr>
              <p:cNvPr id="699" name="Ink 698">
                <a:extLst>
                  <a:ext uri="{FF2B5EF4-FFF2-40B4-BE49-F238E27FC236}">
                    <a16:creationId xmlns:a16="http://schemas.microsoft.com/office/drawing/2014/main" id="{5DF78CAE-7B8A-F0A6-B6FE-7B8B09AAB0B6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6296143" y="1464105"/>
                <a:ext cx="131344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9">
            <p14:nvContentPartPr>
              <p14:cNvPr id="700" name="Ink 699">
                <a:extLst>
                  <a:ext uri="{FF2B5EF4-FFF2-40B4-BE49-F238E27FC236}">
                    <a16:creationId xmlns:a16="http://schemas.microsoft.com/office/drawing/2014/main" id="{CB70610E-7AFE-AFFA-AD7A-A16B56CB1BBA}"/>
                  </a:ext>
                </a:extLst>
              </p14:cNvPr>
              <p14:cNvContentPartPr/>
              <p14:nvPr/>
            </p14:nvContentPartPr>
            <p14:xfrm>
              <a:off x="6568275" y="1488945"/>
              <a:ext cx="122400" cy="55440"/>
            </p14:xfrm>
          </p:contentPart>
        </mc:Choice>
        <mc:Fallback xmlns="">
          <p:pic>
            <p:nvPicPr>
              <p:cNvPr id="700" name="Ink 699">
                <a:extLst>
                  <a:ext uri="{FF2B5EF4-FFF2-40B4-BE49-F238E27FC236}">
                    <a16:creationId xmlns:a16="http://schemas.microsoft.com/office/drawing/2014/main" id="{CB70610E-7AFE-AFFA-AD7A-A16B56CB1BBA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6559275" y="1479945"/>
                <a:ext cx="14004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701" name="Ink 700">
                <a:extLst>
                  <a:ext uri="{FF2B5EF4-FFF2-40B4-BE49-F238E27FC236}">
                    <a16:creationId xmlns:a16="http://schemas.microsoft.com/office/drawing/2014/main" id="{C0C79F97-673F-8C37-9C9E-E0FAD2747F27}"/>
                  </a:ext>
                </a:extLst>
              </p14:cNvPr>
              <p14:cNvContentPartPr/>
              <p14:nvPr/>
            </p14:nvContentPartPr>
            <p14:xfrm>
              <a:off x="6744315" y="1648065"/>
              <a:ext cx="56160" cy="66600"/>
            </p14:xfrm>
          </p:contentPart>
        </mc:Choice>
        <mc:Fallback xmlns="">
          <p:pic>
            <p:nvPicPr>
              <p:cNvPr id="701" name="Ink 700">
                <a:extLst>
                  <a:ext uri="{FF2B5EF4-FFF2-40B4-BE49-F238E27FC236}">
                    <a16:creationId xmlns:a16="http://schemas.microsoft.com/office/drawing/2014/main" id="{C0C79F97-673F-8C37-9C9E-E0FAD2747F27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6735315" y="1639065"/>
                <a:ext cx="7380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3">
            <p14:nvContentPartPr>
              <p14:cNvPr id="702" name="Ink 701">
                <a:extLst>
                  <a:ext uri="{FF2B5EF4-FFF2-40B4-BE49-F238E27FC236}">
                    <a16:creationId xmlns:a16="http://schemas.microsoft.com/office/drawing/2014/main" id="{2890DF40-54C8-592E-7A1E-F68C55DF03EF}"/>
                  </a:ext>
                </a:extLst>
              </p14:cNvPr>
              <p14:cNvContentPartPr/>
              <p14:nvPr/>
            </p14:nvContentPartPr>
            <p14:xfrm>
              <a:off x="6856995" y="1836705"/>
              <a:ext cx="20520" cy="92520"/>
            </p14:xfrm>
          </p:contentPart>
        </mc:Choice>
        <mc:Fallback xmlns="">
          <p:pic>
            <p:nvPicPr>
              <p:cNvPr id="702" name="Ink 701">
                <a:extLst>
                  <a:ext uri="{FF2B5EF4-FFF2-40B4-BE49-F238E27FC236}">
                    <a16:creationId xmlns:a16="http://schemas.microsoft.com/office/drawing/2014/main" id="{2890DF40-54C8-592E-7A1E-F68C55DF03EF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6847995" y="1827705"/>
                <a:ext cx="3816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703" name="Ink 702">
                <a:extLst>
                  <a:ext uri="{FF2B5EF4-FFF2-40B4-BE49-F238E27FC236}">
                    <a16:creationId xmlns:a16="http://schemas.microsoft.com/office/drawing/2014/main" id="{7B3243A4-8C88-EA5D-0D82-67E665A718AE}"/>
                  </a:ext>
                </a:extLst>
              </p14:cNvPr>
              <p14:cNvContentPartPr/>
              <p14:nvPr/>
            </p14:nvContentPartPr>
            <p14:xfrm>
              <a:off x="6905235" y="2063505"/>
              <a:ext cx="11520" cy="80640"/>
            </p14:xfrm>
          </p:contentPart>
        </mc:Choice>
        <mc:Fallback xmlns="">
          <p:pic>
            <p:nvPicPr>
              <p:cNvPr id="703" name="Ink 702">
                <a:extLst>
                  <a:ext uri="{FF2B5EF4-FFF2-40B4-BE49-F238E27FC236}">
                    <a16:creationId xmlns:a16="http://schemas.microsoft.com/office/drawing/2014/main" id="{7B3243A4-8C88-EA5D-0D82-67E665A718AE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6895945" y="2054505"/>
                <a:ext cx="29729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704" name="Ink 703">
                <a:extLst>
                  <a:ext uri="{FF2B5EF4-FFF2-40B4-BE49-F238E27FC236}">
                    <a16:creationId xmlns:a16="http://schemas.microsoft.com/office/drawing/2014/main" id="{8C170CC7-568A-327C-9FE2-364F13EB516C}"/>
                  </a:ext>
                </a:extLst>
              </p14:cNvPr>
              <p14:cNvContentPartPr/>
              <p14:nvPr/>
            </p14:nvContentPartPr>
            <p14:xfrm>
              <a:off x="6947715" y="2235585"/>
              <a:ext cx="49320" cy="84960"/>
            </p14:xfrm>
          </p:contentPart>
        </mc:Choice>
        <mc:Fallback xmlns="">
          <p:pic>
            <p:nvPicPr>
              <p:cNvPr id="704" name="Ink 703">
                <a:extLst>
                  <a:ext uri="{FF2B5EF4-FFF2-40B4-BE49-F238E27FC236}">
                    <a16:creationId xmlns:a16="http://schemas.microsoft.com/office/drawing/2014/main" id="{8C170CC7-568A-327C-9FE2-364F13EB516C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6938780" y="2226585"/>
                <a:ext cx="66832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9">
            <p14:nvContentPartPr>
              <p14:cNvPr id="705" name="Ink 704">
                <a:extLst>
                  <a:ext uri="{FF2B5EF4-FFF2-40B4-BE49-F238E27FC236}">
                    <a16:creationId xmlns:a16="http://schemas.microsoft.com/office/drawing/2014/main" id="{9FB62F67-60BD-FBC2-EEE2-74915BC27951}"/>
                  </a:ext>
                </a:extLst>
              </p14:cNvPr>
              <p14:cNvContentPartPr/>
              <p14:nvPr/>
            </p14:nvContentPartPr>
            <p14:xfrm>
              <a:off x="7052475" y="2387145"/>
              <a:ext cx="15480" cy="89640"/>
            </p14:xfrm>
          </p:contentPart>
        </mc:Choice>
        <mc:Fallback xmlns="">
          <p:pic>
            <p:nvPicPr>
              <p:cNvPr id="705" name="Ink 704">
                <a:extLst>
                  <a:ext uri="{FF2B5EF4-FFF2-40B4-BE49-F238E27FC236}">
                    <a16:creationId xmlns:a16="http://schemas.microsoft.com/office/drawing/2014/main" id="{9FB62F67-60BD-FBC2-EEE2-74915BC27951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7043475" y="2378181"/>
                <a:ext cx="33120" cy="1072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706" name="Ink 705">
                <a:extLst>
                  <a:ext uri="{FF2B5EF4-FFF2-40B4-BE49-F238E27FC236}">
                    <a16:creationId xmlns:a16="http://schemas.microsoft.com/office/drawing/2014/main" id="{E8A7DDDB-8270-B839-45B6-B98CD37B5652}"/>
                  </a:ext>
                </a:extLst>
              </p14:cNvPr>
              <p14:cNvContentPartPr/>
              <p14:nvPr/>
            </p14:nvContentPartPr>
            <p14:xfrm>
              <a:off x="7051755" y="2615745"/>
              <a:ext cx="7200" cy="114480"/>
            </p14:xfrm>
          </p:contentPart>
        </mc:Choice>
        <mc:Fallback xmlns="">
          <p:pic>
            <p:nvPicPr>
              <p:cNvPr id="706" name="Ink 705">
                <a:extLst>
                  <a:ext uri="{FF2B5EF4-FFF2-40B4-BE49-F238E27FC236}">
                    <a16:creationId xmlns:a16="http://schemas.microsoft.com/office/drawing/2014/main" id="{E8A7DDDB-8270-B839-45B6-B98CD37B5652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7042281" y="2606773"/>
                <a:ext cx="25768" cy="1320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3">
            <p14:nvContentPartPr>
              <p14:cNvPr id="707" name="Ink 706">
                <a:extLst>
                  <a:ext uri="{FF2B5EF4-FFF2-40B4-BE49-F238E27FC236}">
                    <a16:creationId xmlns:a16="http://schemas.microsoft.com/office/drawing/2014/main" id="{DBB105FE-0EF0-FD15-BDE3-EFDF51FF4BB8}"/>
                  </a:ext>
                </a:extLst>
              </p14:cNvPr>
              <p14:cNvContentPartPr/>
              <p14:nvPr/>
            </p14:nvContentPartPr>
            <p14:xfrm>
              <a:off x="6975075" y="2873145"/>
              <a:ext cx="55080" cy="93600"/>
            </p14:xfrm>
          </p:contentPart>
        </mc:Choice>
        <mc:Fallback xmlns="">
          <p:pic>
            <p:nvPicPr>
              <p:cNvPr id="707" name="Ink 706">
                <a:extLst>
                  <a:ext uri="{FF2B5EF4-FFF2-40B4-BE49-F238E27FC236}">
                    <a16:creationId xmlns:a16="http://schemas.microsoft.com/office/drawing/2014/main" id="{DBB105FE-0EF0-FD15-BDE3-EFDF51FF4BB8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6966075" y="2864145"/>
                <a:ext cx="7272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5">
            <p14:nvContentPartPr>
              <p14:cNvPr id="708" name="Ink 707">
                <a:extLst>
                  <a:ext uri="{FF2B5EF4-FFF2-40B4-BE49-F238E27FC236}">
                    <a16:creationId xmlns:a16="http://schemas.microsoft.com/office/drawing/2014/main" id="{D27B3F38-5AC1-6D58-21CF-0E1A236B7980}"/>
                  </a:ext>
                </a:extLst>
              </p14:cNvPr>
              <p14:cNvContentPartPr/>
              <p14:nvPr/>
            </p14:nvContentPartPr>
            <p14:xfrm>
              <a:off x="6775635" y="3095625"/>
              <a:ext cx="110520" cy="68760"/>
            </p14:xfrm>
          </p:contentPart>
        </mc:Choice>
        <mc:Fallback xmlns="">
          <p:pic>
            <p:nvPicPr>
              <p:cNvPr id="708" name="Ink 707">
                <a:extLst>
                  <a:ext uri="{FF2B5EF4-FFF2-40B4-BE49-F238E27FC236}">
                    <a16:creationId xmlns:a16="http://schemas.microsoft.com/office/drawing/2014/main" id="{D27B3F38-5AC1-6D58-21CF-0E1A236B7980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6766635" y="3086625"/>
                <a:ext cx="12816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7">
            <p14:nvContentPartPr>
              <p14:cNvPr id="709" name="Ink 708">
                <a:extLst>
                  <a:ext uri="{FF2B5EF4-FFF2-40B4-BE49-F238E27FC236}">
                    <a16:creationId xmlns:a16="http://schemas.microsoft.com/office/drawing/2014/main" id="{B032A40B-15A8-1433-A0EE-226D17FFFBDA}"/>
                  </a:ext>
                </a:extLst>
              </p14:cNvPr>
              <p14:cNvContentPartPr/>
              <p14:nvPr/>
            </p14:nvContentPartPr>
            <p14:xfrm>
              <a:off x="6514275" y="3193905"/>
              <a:ext cx="141120" cy="20880"/>
            </p14:xfrm>
          </p:contentPart>
        </mc:Choice>
        <mc:Fallback xmlns="">
          <p:pic>
            <p:nvPicPr>
              <p:cNvPr id="709" name="Ink 708">
                <a:extLst>
                  <a:ext uri="{FF2B5EF4-FFF2-40B4-BE49-F238E27FC236}">
                    <a16:creationId xmlns:a16="http://schemas.microsoft.com/office/drawing/2014/main" id="{B032A40B-15A8-1433-A0EE-226D17FFFBDA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6505275" y="3184905"/>
                <a:ext cx="1587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9">
            <p14:nvContentPartPr>
              <p14:cNvPr id="710" name="Ink 709">
                <a:extLst>
                  <a:ext uri="{FF2B5EF4-FFF2-40B4-BE49-F238E27FC236}">
                    <a16:creationId xmlns:a16="http://schemas.microsoft.com/office/drawing/2014/main" id="{9085198B-F1B2-BAA7-27CD-7D3982278AA2}"/>
                  </a:ext>
                </a:extLst>
              </p14:cNvPr>
              <p14:cNvContentPartPr/>
              <p14:nvPr/>
            </p14:nvContentPartPr>
            <p14:xfrm>
              <a:off x="6310875" y="3203985"/>
              <a:ext cx="135000" cy="14760"/>
            </p14:xfrm>
          </p:contentPart>
        </mc:Choice>
        <mc:Fallback xmlns="">
          <p:pic>
            <p:nvPicPr>
              <p:cNvPr id="710" name="Ink 709">
                <a:extLst>
                  <a:ext uri="{FF2B5EF4-FFF2-40B4-BE49-F238E27FC236}">
                    <a16:creationId xmlns:a16="http://schemas.microsoft.com/office/drawing/2014/main" id="{9085198B-F1B2-BAA7-27CD-7D3982278AA2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6301875" y="3194985"/>
                <a:ext cx="15264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1">
            <p14:nvContentPartPr>
              <p14:cNvPr id="711" name="Ink 710">
                <a:extLst>
                  <a:ext uri="{FF2B5EF4-FFF2-40B4-BE49-F238E27FC236}">
                    <a16:creationId xmlns:a16="http://schemas.microsoft.com/office/drawing/2014/main" id="{64C9A92A-C175-47A0-A747-37E33DDCA6C4}"/>
                  </a:ext>
                </a:extLst>
              </p14:cNvPr>
              <p14:cNvContentPartPr/>
              <p14:nvPr/>
            </p14:nvContentPartPr>
            <p14:xfrm>
              <a:off x="6097395" y="3209025"/>
              <a:ext cx="138600" cy="7200"/>
            </p14:xfrm>
          </p:contentPart>
        </mc:Choice>
        <mc:Fallback xmlns="">
          <p:pic>
            <p:nvPicPr>
              <p:cNvPr id="711" name="Ink 710">
                <a:extLst>
                  <a:ext uri="{FF2B5EF4-FFF2-40B4-BE49-F238E27FC236}">
                    <a16:creationId xmlns:a16="http://schemas.microsoft.com/office/drawing/2014/main" id="{64C9A92A-C175-47A0-A747-37E33DDCA6C4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6088395" y="3200025"/>
                <a:ext cx="15624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3">
            <p14:nvContentPartPr>
              <p14:cNvPr id="712" name="Ink 711">
                <a:extLst>
                  <a:ext uri="{FF2B5EF4-FFF2-40B4-BE49-F238E27FC236}">
                    <a16:creationId xmlns:a16="http://schemas.microsoft.com/office/drawing/2014/main" id="{2997A3AD-4D3A-E482-3593-2667E2AD1435}"/>
                  </a:ext>
                </a:extLst>
              </p14:cNvPr>
              <p14:cNvContentPartPr/>
              <p14:nvPr/>
            </p14:nvContentPartPr>
            <p14:xfrm>
              <a:off x="5888595" y="3212625"/>
              <a:ext cx="128160" cy="16560"/>
            </p14:xfrm>
          </p:contentPart>
        </mc:Choice>
        <mc:Fallback xmlns="">
          <p:pic>
            <p:nvPicPr>
              <p:cNvPr id="712" name="Ink 711">
                <a:extLst>
                  <a:ext uri="{FF2B5EF4-FFF2-40B4-BE49-F238E27FC236}">
                    <a16:creationId xmlns:a16="http://schemas.microsoft.com/office/drawing/2014/main" id="{2997A3AD-4D3A-E482-3593-2667E2AD1435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5879620" y="3203625"/>
                <a:ext cx="145751" cy="3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713" name="Group 712">
            <a:extLst>
              <a:ext uri="{FF2B5EF4-FFF2-40B4-BE49-F238E27FC236}">
                <a16:creationId xmlns:a16="http://schemas.microsoft.com/office/drawing/2014/main" id="{0C563B89-8F42-721E-A71E-00FAA7B0AC7C}"/>
              </a:ext>
            </a:extLst>
          </p:cNvPr>
          <p:cNvGrpSpPr/>
          <p:nvPr/>
        </p:nvGrpSpPr>
        <p:grpSpPr>
          <a:xfrm>
            <a:off x="5177955" y="3237825"/>
            <a:ext cx="587520" cy="1540440"/>
            <a:chOff x="5177955" y="3237825"/>
            <a:chExt cx="587520" cy="154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714" name="Ink 713">
                  <a:extLst>
                    <a:ext uri="{FF2B5EF4-FFF2-40B4-BE49-F238E27FC236}">
                      <a16:creationId xmlns:a16="http://schemas.microsoft.com/office/drawing/2014/main" id="{B3D29366-1B9F-74EB-D4D7-7C42D54AB03F}"/>
                    </a:ext>
                  </a:extLst>
                </p14:cNvPr>
                <p14:cNvContentPartPr/>
                <p14:nvPr/>
              </p14:nvContentPartPr>
              <p14:xfrm>
                <a:off x="5679435" y="3237825"/>
                <a:ext cx="86040" cy="30960"/>
              </p14:xfrm>
            </p:contentPart>
          </mc:Choice>
          <mc:Fallback xmlns="">
            <p:pic>
              <p:nvPicPr>
                <p:cNvPr id="714" name="Ink 713">
                  <a:extLst>
                    <a:ext uri="{FF2B5EF4-FFF2-40B4-BE49-F238E27FC236}">
                      <a16:creationId xmlns:a16="http://schemas.microsoft.com/office/drawing/2014/main" id="{B3D29366-1B9F-74EB-D4D7-7C42D54AB03F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670435" y="3228719"/>
                  <a:ext cx="103680" cy="488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715" name="Ink 714">
                  <a:extLst>
                    <a:ext uri="{FF2B5EF4-FFF2-40B4-BE49-F238E27FC236}">
                      <a16:creationId xmlns:a16="http://schemas.microsoft.com/office/drawing/2014/main" id="{3FF77C4C-1142-F60A-2376-F777EFB41366}"/>
                    </a:ext>
                  </a:extLst>
                </p14:cNvPr>
                <p14:cNvContentPartPr/>
                <p14:nvPr/>
              </p14:nvContentPartPr>
              <p14:xfrm>
                <a:off x="5505195" y="3275985"/>
                <a:ext cx="82440" cy="78120"/>
              </p14:xfrm>
            </p:contentPart>
          </mc:Choice>
          <mc:Fallback xmlns="">
            <p:pic>
              <p:nvPicPr>
                <p:cNvPr id="715" name="Ink 714">
                  <a:extLst>
                    <a:ext uri="{FF2B5EF4-FFF2-40B4-BE49-F238E27FC236}">
                      <a16:creationId xmlns:a16="http://schemas.microsoft.com/office/drawing/2014/main" id="{3FF77C4C-1142-F60A-2376-F777EFB41366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496195" y="3267026"/>
                  <a:ext cx="100080" cy="956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716" name="Ink 715">
                  <a:extLst>
                    <a:ext uri="{FF2B5EF4-FFF2-40B4-BE49-F238E27FC236}">
                      <a16:creationId xmlns:a16="http://schemas.microsoft.com/office/drawing/2014/main" id="{46FB583E-C8CB-AA34-411C-EB0DBCF22B73}"/>
                    </a:ext>
                  </a:extLst>
                </p14:cNvPr>
                <p14:cNvContentPartPr/>
                <p14:nvPr/>
              </p14:nvContentPartPr>
              <p14:xfrm>
                <a:off x="5393235" y="3373545"/>
                <a:ext cx="58680" cy="116280"/>
              </p14:xfrm>
            </p:contentPart>
          </mc:Choice>
          <mc:Fallback xmlns="">
            <p:pic>
              <p:nvPicPr>
                <p:cNvPr id="716" name="Ink 715">
                  <a:extLst>
                    <a:ext uri="{FF2B5EF4-FFF2-40B4-BE49-F238E27FC236}">
                      <a16:creationId xmlns:a16="http://schemas.microsoft.com/office/drawing/2014/main" id="{46FB583E-C8CB-AA34-411C-EB0DBCF22B73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384179" y="3364545"/>
                  <a:ext cx="76429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717" name="Ink 716">
                  <a:extLst>
                    <a:ext uri="{FF2B5EF4-FFF2-40B4-BE49-F238E27FC236}">
                      <a16:creationId xmlns:a16="http://schemas.microsoft.com/office/drawing/2014/main" id="{61141BDE-6C6C-45F9-A668-318E55854A47}"/>
                    </a:ext>
                  </a:extLst>
                </p14:cNvPr>
                <p14:cNvContentPartPr/>
                <p14:nvPr/>
              </p14:nvContentPartPr>
              <p14:xfrm>
                <a:off x="5368755" y="3548145"/>
                <a:ext cx="51840" cy="123480"/>
              </p14:xfrm>
            </p:contentPart>
          </mc:Choice>
          <mc:Fallback xmlns="">
            <p:pic>
              <p:nvPicPr>
                <p:cNvPr id="717" name="Ink 716">
                  <a:extLst>
                    <a:ext uri="{FF2B5EF4-FFF2-40B4-BE49-F238E27FC236}">
                      <a16:creationId xmlns:a16="http://schemas.microsoft.com/office/drawing/2014/main" id="{61141BDE-6C6C-45F9-A668-318E55854A47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5359817" y="3539171"/>
                  <a:ext cx="69358" cy="1410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718" name="Ink 717">
                  <a:extLst>
                    <a:ext uri="{FF2B5EF4-FFF2-40B4-BE49-F238E27FC236}">
                      <a16:creationId xmlns:a16="http://schemas.microsoft.com/office/drawing/2014/main" id="{57415337-D740-E0F8-BC80-79C51C69CD80}"/>
                    </a:ext>
                  </a:extLst>
                </p14:cNvPr>
                <p14:cNvContentPartPr/>
                <p14:nvPr/>
              </p14:nvContentPartPr>
              <p14:xfrm>
                <a:off x="5414475" y="3729585"/>
                <a:ext cx="360" cy="185040"/>
              </p14:xfrm>
            </p:contentPart>
          </mc:Choice>
          <mc:Fallback xmlns="">
            <p:pic>
              <p:nvPicPr>
                <p:cNvPr id="718" name="Ink 717">
                  <a:extLst>
                    <a:ext uri="{FF2B5EF4-FFF2-40B4-BE49-F238E27FC236}">
                      <a16:creationId xmlns:a16="http://schemas.microsoft.com/office/drawing/2014/main" id="{57415337-D740-E0F8-BC80-79C51C69CD80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5405475" y="3720585"/>
                  <a:ext cx="180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719" name="Ink 718">
                  <a:extLst>
                    <a:ext uri="{FF2B5EF4-FFF2-40B4-BE49-F238E27FC236}">
                      <a16:creationId xmlns:a16="http://schemas.microsoft.com/office/drawing/2014/main" id="{FA6DC9FB-2DCB-5F16-759C-9EFE4126FC64}"/>
                    </a:ext>
                  </a:extLst>
                </p14:cNvPr>
                <p14:cNvContentPartPr/>
                <p14:nvPr/>
              </p14:nvContentPartPr>
              <p14:xfrm>
                <a:off x="5406555" y="3960705"/>
                <a:ext cx="3960" cy="135000"/>
              </p14:xfrm>
            </p:contentPart>
          </mc:Choice>
          <mc:Fallback xmlns="">
            <p:pic>
              <p:nvPicPr>
                <p:cNvPr id="719" name="Ink 718">
                  <a:extLst>
                    <a:ext uri="{FF2B5EF4-FFF2-40B4-BE49-F238E27FC236}">
                      <a16:creationId xmlns:a16="http://schemas.microsoft.com/office/drawing/2014/main" id="{FA6DC9FB-2DCB-5F16-759C-9EFE4126FC64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5397555" y="3951705"/>
                  <a:ext cx="216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720" name="Ink 719">
                  <a:extLst>
                    <a:ext uri="{FF2B5EF4-FFF2-40B4-BE49-F238E27FC236}">
                      <a16:creationId xmlns:a16="http://schemas.microsoft.com/office/drawing/2014/main" id="{F2EA9E4F-0043-AE58-8A69-731A82FF8316}"/>
                    </a:ext>
                  </a:extLst>
                </p14:cNvPr>
                <p14:cNvContentPartPr/>
                <p14:nvPr/>
              </p14:nvContentPartPr>
              <p14:xfrm>
                <a:off x="5381355" y="4154385"/>
                <a:ext cx="30600" cy="126720"/>
              </p14:xfrm>
            </p:contentPart>
          </mc:Choice>
          <mc:Fallback xmlns="">
            <p:pic>
              <p:nvPicPr>
                <p:cNvPr id="720" name="Ink 719">
                  <a:extLst>
                    <a:ext uri="{FF2B5EF4-FFF2-40B4-BE49-F238E27FC236}">
                      <a16:creationId xmlns:a16="http://schemas.microsoft.com/office/drawing/2014/main" id="{F2EA9E4F-0043-AE58-8A69-731A82FF8316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372248" y="4145385"/>
                  <a:ext cx="4845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721" name="Ink 720">
                  <a:extLst>
                    <a:ext uri="{FF2B5EF4-FFF2-40B4-BE49-F238E27FC236}">
                      <a16:creationId xmlns:a16="http://schemas.microsoft.com/office/drawing/2014/main" id="{EA3BD09D-843F-E43D-F5DA-2B5BDF128026}"/>
                    </a:ext>
                  </a:extLst>
                </p14:cNvPr>
                <p14:cNvContentPartPr/>
                <p14:nvPr/>
              </p14:nvContentPartPr>
              <p14:xfrm>
                <a:off x="5395035" y="4348425"/>
                <a:ext cx="2160" cy="83160"/>
              </p14:xfrm>
            </p:contentPart>
          </mc:Choice>
          <mc:Fallback xmlns="">
            <p:pic>
              <p:nvPicPr>
                <p:cNvPr id="721" name="Ink 720">
                  <a:extLst>
                    <a:ext uri="{FF2B5EF4-FFF2-40B4-BE49-F238E27FC236}">
                      <a16:creationId xmlns:a16="http://schemas.microsoft.com/office/drawing/2014/main" id="{EA3BD09D-843F-E43D-F5DA-2B5BDF128026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5386035" y="4339425"/>
                  <a:ext cx="198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722" name="Ink 721">
                  <a:extLst>
                    <a:ext uri="{FF2B5EF4-FFF2-40B4-BE49-F238E27FC236}">
                      <a16:creationId xmlns:a16="http://schemas.microsoft.com/office/drawing/2014/main" id="{11D3E842-3081-1FC0-7DD2-D45CA45AEAA0}"/>
                    </a:ext>
                  </a:extLst>
                </p14:cNvPr>
                <p14:cNvContentPartPr/>
                <p14:nvPr/>
              </p14:nvContentPartPr>
              <p14:xfrm>
                <a:off x="5405115" y="4469745"/>
                <a:ext cx="1080" cy="101880"/>
              </p14:xfrm>
            </p:contentPart>
          </mc:Choice>
          <mc:Fallback xmlns="">
            <p:pic>
              <p:nvPicPr>
                <p:cNvPr id="722" name="Ink 721">
                  <a:extLst>
                    <a:ext uri="{FF2B5EF4-FFF2-40B4-BE49-F238E27FC236}">
                      <a16:creationId xmlns:a16="http://schemas.microsoft.com/office/drawing/2014/main" id="{11D3E842-3081-1FC0-7DD2-D45CA45AEAA0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5398365" y="4460745"/>
                  <a:ext cx="1431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723" name="Ink 722">
                  <a:extLst>
                    <a:ext uri="{FF2B5EF4-FFF2-40B4-BE49-F238E27FC236}">
                      <a16:creationId xmlns:a16="http://schemas.microsoft.com/office/drawing/2014/main" id="{24C7AC2A-A544-0A76-7F82-B6B1E24657E9}"/>
                    </a:ext>
                  </a:extLst>
                </p14:cNvPr>
                <p14:cNvContentPartPr/>
                <p14:nvPr/>
              </p14:nvContentPartPr>
              <p14:xfrm>
                <a:off x="5410875" y="4654425"/>
                <a:ext cx="2520" cy="61920"/>
              </p14:xfrm>
            </p:contentPart>
          </mc:Choice>
          <mc:Fallback xmlns="">
            <p:pic>
              <p:nvPicPr>
                <p:cNvPr id="723" name="Ink 722">
                  <a:extLst>
                    <a:ext uri="{FF2B5EF4-FFF2-40B4-BE49-F238E27FC236}">
                      <a16:creationId xmlns:a16="http://schemas.microsoft.com/office/drawing/2014/main" id="{24C7AC2A-A544-0A76-7F82-B6B1E24657E9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5401875" y="4645477"/>
                  <a:ext cx="20160" cy="794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724" name="Ink 723">
                  <a:extLst>
                    <a:ext uri="{FF2B5EF4-FFF2-40B4-BE49-F238E27FC236}">
                      <a16:creationId xmlns:a16="http://schemas.microsoft.com/office/drawing/2014/main" id="{E81BE074-D10F-4049-EC13-9FB9F88B67BC}"/>
                    </a:ext>
                  </a:extLst>
                </p14:cNvPr>
                <p14:cNvContentPartPr/>
                <p14:nvPr/>
              </p14:nvContentPartPr>
              <p14:xfrm>
                <a:off x="5296035" y="4763505"/>
                <a:ext cx="63000" cy="14760"/>
              </p14:xfrm>
            </p:contentPart>
          </mc:Choice>
          <mc:Fallback xmlns="">
            <p:pic>
              <p:nvPicPr>
                <p:cNvPr id="724" name="Ink 723">
                  <a:extLst>
                    <a:ext uri="{FF2B5EF4-FFF2-40B4-BE49-F238E27FC236}">
                      <a16:creationId xmlns:a16="http://schemas.microsoft.com/office/drawing/2014/main" id="{E81BE074-D10F-4049-EC13-9FB9F88B67BC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5287035" y="4754280"/>
                  <a:ext cx="80640" cy="328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725" name="Ink 724">
                  <a:extLst>
                    <a:ext uri="{FF2B5EF4-FFF2-40B4-BE49-F238E27FC236}">
                      <a16:creationId xmlns:a16="http://schemas.microsoft.com/office/drawing/2014/main" id="{50C263DD-D196-06BE-95F2-10CAC1B50D9E}"/>
                    </a:ext>
                  </a:extLst>
                </p14:cNvPr>
                <p14:cNvContentPartPr/>
                <p14:nvPr/>
              </p14:nvContentPartPr>
              <p14:xfrm>
                <a:off x="5227275" y="4586385"/>
                <a:ext cx="6120" cy="118800"/>
              </p14:xfrm>
            </p:contentPart>
          </mc:Choice>
          <mc:Fallback xmlns="">
            <p:pic>
              <p:nvPicPr>
                <p:cNvPr id="725" name="Ink 724">
                  <a:extLst>
                    <a:ext uri="{FF2B5EF4-FFF2-40B4-BE49-F238E27FC236}">
                      <a16:creationId xmlns:a16="http://schemas.microsoft.com/office/drawing/2014/main" id="{50C263DD-D196-06BE-95F2-10CAC1B50D9E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5218275" y="4577385"/>
                  <a:ext cx="237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726" name="Ink 725">
                  <a:extLst>
                    <a:ext uri="{FF2B5EF4-FFF2-40B4-BE49-F238E27FC236}">
                      <a16:creationId xmlns:a16="http://schemas.microsoft.com/office/drawing/2014/main" id="{2BB1E7A7-EA01-4A10-1DE1-417141CB5D08}"/>
                    </a:ext>
                  </a:extLst>
                </p14:cNvPr>
                <p14:cNvContentPartPr/>
                <p14:nvPr/>
              </p14:nvContentPartPr>
              <p14:xfrm>
                <a:off x="5177955" y="4342665"/>
                <a:ext cx="8280" cy="128160"/>
              </p14:xfrm>
            </p:contentPart>
          </mc:Choice>
          <mc:Fallback xmlns="">
            <p:pic>
              <p:nvPicPr>
                <p:cNvPr id="726" name="Ink 725">
                  <a:extLst>
                    <a:ext uri="{FF2B5EF4-FFF2-40B4-BE49-F238E27FC236}">
                      <a16:creationId xmlns:a16="http://schemas.microsoft.com/office/drawing/2014/main" id="{2BB1E7A7-EA01-4A10-1DE1-417141CB5D08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5168546" y="4333665"/>
                  <a:ext cx="26722" cy="14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727" name="Ink 726">
                <a:extLst>
                  <a:ext uri="{FF2B5EF4-FFF2-40B4-BE49-F238E27FC236}">
                    <a16:creationId xmlns:a16="http://schemas.microsoft.com/office/drawing/2014/main" id="{BBE7AE3E-81C3-4E45-03C5-B9CF2F175E1D}"/>
                  </a:ext>
                </a:extLst>
              </p14:cNvPr>
              <p14:cNvContentPartPr/>
              <p14:nvPr/>
            </p14:nvContentPartPr>
            <p14:xfrm>
              <a:off x="5142675" y="4064025"/>
              <a:ext cx="6120" cy="142560"/>
            </p14:xfrm>
          </p:contentPart>
        </mc:Choice>
        <mc:Fallback xmlns="">
          <p:pic>
            <p:nvPicPr>
              <p:cNvPr id="727" name="Ink 726">
                <a:extLst>
                  <a:ext uri="{FF2B5EF4-FFF2-40B4-BE49-F238E27FC236}">
                    <a16:creationId xmlns:a16="http://schemas.microsoft.com/office/drawing/2014/main" id="{BBE7AE3E-81C3-4E45-03C5-B9CF2F175E1D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5134175" y="4055025"/>
                <a:ext cx="2278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3">
            <p14:nvContentPartPr>
              <p14:cNvPr id="728" name="Ink 727">
                <a:extLst>
                  <a:ext uri="{FF2B5EF4-FFF2-40B4-BE49-F238E27FC236}">
                    <a16:creationId xmlns:a16="http://schemas.microsoft.com/office/drawing/2014/main" id="{8134C1ED-7D4B-CE7A-EE2E-4023825852ED}"/>
                  </a:ext>
                </a:extLst>
              </p14:cNvPr>
              <p14:cNvContentPartPr/>
              <p14:nvPr/>
            </p14:nvContentPartPr>
            <p14:xfrm>
              <a:off x="5129715" y="3644265"/>
              <a:ext cx="8280" cy="183240"/>
            </p14:xfrm>
          </p:contentPart>
        </mc:Choice>
        <mc:Fallback xmlns="">
          <p:pic>
            <p:nvPicPr>
              <p:cNvPr id="728" name="Ink 727">
                <a:extLst>
                  <a:ext uri="{FF2B5EF4-FFF2-40B4-BE49-F238E27FC236}">
                    <a16:creationId xmlns:a16="http://schemas.microsoft.com/office/drawing/2014/main" id="{8134C1ED-7D4B-CE7A-EE2E-4023825852ED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5120715" y="3635265"/>
                <a:ext cx="2592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729" name="Ink 728">
                <a:extLst>
                  <a:ext uri="{FF2B5EF4-FFF2-40B4-BE49-F238E27FC236}">
                    <a16:creationId xmlns:a16="http://schemas.microsoft.com/office/drawing/2014/main" id="{8AB29AB3-F28B-E1BF-0F0C-69BA0323C714}"/>
                  </a:ext>
                </a:extLst>
              </p14:cNvPr>
              <p14:cNvContentPartPr/>
              <p14:nvPr/>
            </p14:nvContentPartPr>
            <p14:xfrm>
              <a:off x="5130075" y="3342225"/>
              <a:ext cx="12960" cy="158400"/>
            </p14:xfrm>
          </p:contentPart>
        </mc:Choice>
        <mc:Fallback xmlns="">
          <p:pic>
            <p:nvPicPr>
              <p:cNvPr id="729" name="Ink 728">
                <a:extLst>
                  <a:ext uri="{FF2B5EF4-FFF2-40B4-BE49-F238E27FC236}">
                    <a16:creationId xmlns:a16="http://schemas.microsoft.com/office/drawing/2014/main" id="{8AB29AB3-F28B-E1BF-0F0C-69BA0323C714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5121075" y="3333225"/>
                <a:ext cx="3060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730" name="Ink 729">
                <a:extLst>
                  <a:ext uri="{FF2B5EF4-FFF2-40B4-BE49-F238E27FC236}">
                    <a16:creationId xmlns:a16="http://schemas.microsoft.com/office/drawing/2014/main" id="{7B673335-6FCD-4A9E-99EB-515A1127510D}"/>
                  </a:ext>
                </a:extLst>
              </p14:cNvPr>
              <p14:cNvContentPartPr/>
              <p14:nvPr/>
            </p14:nvContentPartPr>
            <p14:xfrm>
              <a:off x="5140155" y="3030465"/>
              <a:ext cx="19800" cy="116280"/>
            </p14:xfrm>
          </p:contentPart>
        </mc:Choice>
        <mc:Fallback xmlns="">
          <p:pic>
            <p:nvPicPr>
              <p:cNvPr id="730" name="Ink 729">
                <a:extLst>
                  <a:ext uri="{FF2B5EF4-FFF2-40B4-BE49-F238E27FC236}">
                    <a16:creationId xmlns:a16="http://schemas.microsoft.com/office/drawing/2014/main" id="{7B673335-6FCD-4A9E-99EB-515A1127510D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5131155" y="3021493"/>
                <a:ext cx="37440" cy="133866"/>
              </a:xfrm>
              <a:prstGeom prst="rect">
                <a:avLst/>
              </a:prstGeom>
            </p:spPr>
          </p:pic>
        </mc:Fallback>
      </mc:AlternateContent>
      <p:grpSp>
        <p:nvGrpSpPr>
          <p:cNvPr id="731" name="Group 730">
            <a:extLst>
              <a:ext uri="{FF2B5EF4-FFF2-40B4-BE49-F238E27FC236}">
                <a16:creationId xmlns:a16="http://schemas.microsoft.com/office/drawing/2014/main" id="{0CE8775E-0F9C-3746-860F-CBA99C348A82}"/>
              </a:ext>
            </a:extLst>
          </p:cNvPr>
          <p:cNvGrpSpPr/>
          <p:nvPr/>
        </p:nvGrpSpPr>
        <p:grpSpPr>
          <a:xfrm>
            <a:off x="4627875" y="2752905"/>
            <a:ext cx="498240" cy="175320"/>
            <a:chOff x="4627875" y="2752905"/>
            <a:chExt cx="498240" cy="17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732" name="Ink 731">
                  <a:extLst>
                    <a:ext uri="{FF2B5EF4-FFF2-40B4-BE49-F238E27FC236}">
                      <a16:creationId xmlns:a16="http://schemas.microsoft.com/office/drawing/2014/main" id="{0DA78381-447F-750A-5DBC-EB0B9101E429}"/>
                    </a:ext>
                  </a:extLst>
                </p14:cNvPr>
                <p14:cNvContentPartPr/>
                <p14:nvPr/>
              </p14:nvContentPartPr>
              <p14:xfrm>
                <a:off x="5107035" y="2803665"/>
                <a:ext cx="19080" cy="124560"/>
              </p14:xfrm>
            </p:contentPart>
          </mc:Choice>
          <mc:Fallback xmlns="">
            <p:pic>
              <p:nvPicPr>
                <p:cNvPr id="732" name="Ink 731">
                  <a:extLst>
                    <a:ext uri="{FF2B5EF4-FFF2-40B4-BE49-F238E27FC236}">
                      <a16:creationId xmlns:a16="http://schemas.microsoft.com/office/drawing/2014/main" id="{0DA78381-447F-750A-5DBC-EB0B9101E429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5097862" y="2794665"/>
                  <a:ext cx="37059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733" name="Ink 732">
                  <a:extLst>
                    <a:ext uri="{FF2B5EF4-FFF2-40B4-BE49-F238E27FC236}">
                      <a16:creationId xmlns:a16="http://schemas.microsoft.com/office/drawing/2014/main" id="{731E367B-CD6D-2A54-FAB7-78DBF3124CCB}"/>
                    </a:ext>
                  </a:extLst>
                </p14:cNvPr>
                <p14:cNvContentPartPr/>
                <p14:nvPr/>
              </p14:nvContentPartPr>
              <p14:xfrm>
                <a:off x="4892835" y="2752905"/>
                <a:ext cx="145080" cy="12960"/>
              </p14:xfrm>
            </p:contentPart>
          </mc:Choice>
          <mc:Fallback xmlns="">
            <p:pic>
              <p:nvPicPr>
                <p:cNvPr id="733" name="Ink 732">
                  <a:extLst>
                    <a:ext uri="{FF2B5EF4-FFF2-40B4-BE49-F238E27FC236}">
                      <a16:creationId xmlns:a16="http://schemas.microsoft.com/office/drawing/2014/main" id="{731E367B-CD6D-2A54-FAB7-78DBF3124CCB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4883835" y="2743905"/>
                  <a:ext cx="1627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734" name="Ink 733">
                  <a:extLst>
                    <a:ext uri="{FF2B5EF4-FFF2-40B4-BE49-F238E27FC236}">
                      <a16:creationId xmlns:a16="http://schemas.microsoft.com/office/drawing/2014/main" id="{53D8926B-FECF-2149-9F82-F3820D7DC47A}"/>
                    </a:ext>
                  </a:extLst>
                </p14:cNvPr>
                <p14:cNvContentPartPr/>
                <p14:nvPr/>
              </p14:nvContentPartPr>
              <p14:xfrm>
                <a:off x="4627875" y="2765505"/>
                <a:ext cx="146880" cy="11520"/>
              </p14:xfrm>
            </p:contentPart>
          </mc:Choice>
          <mc:Fallback xmlns="">
            <p:pic>
              <p:nvPicPr>
                <p:cNvPr id="734" name="Ink 733">
                  <a:extLst>
                    <a:ext uri="{FF2B5EF4-FFF2-40B4-BE49-F238E27FC236}">
                      <a16:creationId xmlns:a16="http://schemas.microsoft.com/office/drawing/2014/main" id="{53D8926B-FECF-2149-9F82-F3820D7DC47A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4618853" y="2756505"/>
                  <a:ext cx="164563" cy="2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5">
            <p14:nvContentPartPr>
              <p14:cNvPr id="735" name="Ink 734">
                <a:extLst>
                  <a:ext uri="{FF2B5EF4-FFF2-40B4-BE49-F238E27FC236}">
                    <a16:creationId xmlns:a16="http://schemas.microsoft.com/office/drawing/2014/main" id="{2352D588-71A2-088A-14F5-39F66B1137E1}"/>
                  </a:ext>
                </a:extLst>
              </p14:cNvPr>
              <p14:cNvContentPartPr/>
              <p14:nvPr/>
            </p14:nvContentPartPr>
            <p14:xfrm>
              <a:off x="4347795" y="2786745"/>
              <a:ext cx="155160" cy="10440"/>
            </p14:xfrm>
          </p:contentPart>
        </mc:Choice>
        <mc:Fallback xmlns="">
          <p:pic>
            <p:nvPicPr>
              <p:cNvPr id="735" name="Ink 734">
                <a:extLst>
                  <a:ext uri="{FF2B5EF4-FFF2-40B4-BE49-F238E27FC236}">
                    <a16:creationId xmlns:a16="http://schemas.microsoft.com/office/drawing/2014/main" id="{2352D588-71A2-088A-14F5-39F66B1137E1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4338816" y="2777745"/>
                <a:ext cx="172759" cy="2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736" name="Group 735">
            <a:extLst>
              <a:ext uri="{FF2B5EF4-FFF2-40B4-BE49-F238E27FC236}">
                <a16:creationId xmlns:a16="http://schemas.microsoft.com/office/drawing/2014/main" id="{7D122ABD-DC51-4827-8D26-8CF4ED75DE6B}"/>
              </a:ext>
            </a:extLst>
          </p:cNvPr>
          <p:cNvGrpSpPr/>
          <p:nvPr/>
        </p:nvGrpSpPr>
        <p:grpSpPr>
          <a:xfrm>
            <a:off x="3818595" y="2811945"/>
            <a:ext cx="381240" cy="87480"/>
            <a:chOff x="3818595" y="2811945"/>
            <a:chExt cx="381240" cy="8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737" name="Ink 736">
                  <a:extLst>
                    <a:ext uri="{FF2B5EF4-FFF2-40B4-BE49-F238E27FC236}">
                      <a16:creationId xmlns:a16="http://schemas.microsoft.com/office/drawing/2014/main" id="{B56A3D70-C1B8-5A60-4C67-1C64AF6D4445}"/>
                    </a:ext>
                  </a:extLst>
                </p14:cNvPr>
                <p14:cNvContentPartPr/>
                <p14:nvPr/>
              </p14:nvContentPartPr>
              <p14:xfrm>
                <a:off x="4074195" y="2811945"/>
                <a:ext cx="125640" cy="19800"/>
              </p14:xfrm>
            </p:contentPart>
          </mc:Choice>
          <mc:Fallback xmlns="">
            <p:pic>
              <p:nvPicPr>
                <p:cNvPr id="737" name="Ink 736">
                  <a:extLst>
                    <a:ext uri="{FF2B5EF4-FFF2-40B4-BE49-F238E27FC236}">
                      <a16:creationId xmlns:a16="http://schemas.microsoft.com/office/drawing/2014/main" id="{B56A3D70-C1B8-5A60-4C67-1C64AF6D4445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4065195" y="2802945"/>
                  <a:ext cx="1432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738" name="Ink 737">
                  <a:extLst>
                    <a:ext uri="{FF2B5EF4-FFF2-40B4-BE49-F238E27FC236}">
                      <a16:creationId xmlns:a16="http://schemas.microsoft.com/office/drawing/2014/main" id="{57DD92BF-D590-CE29-350B-315E8E404E95}"/>
                    </a:ext>
                  </a:extLst>
                </p14:cNvPr>
                <p14:cNvContentPartPr/>
                <p14:nvPr/>
              </p14:nvContentPartPr>
              <p14:xfrm>
                <a:off x="3818595" y="2832465"/>
                <a:ext cx="142560" cy="66960"/>
              </p14:xfrm>
            </p:contentPart>
          </mc:Choice>
          <mc:Fallback xmlns="">
            <p:pic>
              <p:nvPicPr>
                <p:cNvPr id="738" name="Ink 737">
                  <a:extLst>
                    <a:ext uri="{FF2B5EF4-FFF2-40B4-BE49-F238E27FC236}">
                      <a16:creationId xmlns:a16="http://schemas.microsoft.com/office/drawing/2014/main" id="{57DD92BF-D590-CE29-350B-315E8E404E95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3809572" y="2823465"/>
                  <a:ext cx="160245" cy="8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739" name="Ink 738">
                <a:extLst>
                  <a:ext uri="{FF2B5EF4-FFF2-40B4-BE49-F238E27FC236}">
                    <a16:creationId xmlns:a16="http://schemas.microsoft.com/office/drawing/2014/main" id="{2ACC2887-3797-B9FA-43F8-32435008D8A7}"/>
                  </a:ext>
                </a:extLst>
              </p14:cNvPr>
              <p14:cNvContentPartPr/>
              <p14:nvPr/>
            </p14:nvContentPartPr>
            <p14:xfrm>
              <a:off x="3712035" y="3031185"/>
              <a:ext cx="39240" cy="163080"/>
            </p14:xfrm>
          </p:contentPart>
        </mc:Choice>
        <mc:Fallback xmlns="">
          <p:pic>
            <p:nvPicPr>
              <p:cNvPr id="739" name="Ink 738">
                <a:extLst>
                  <a:ext uri="{FF2B5EF4-FFF2-40B4-BE49-F238E27FC236}">
                    <a16:creationId xmlns:a16="http://schemas.microsoft.com/office/drawing/2014/main" id="{2ACC2887-3797-B9FA-43F8-32435008D8A7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3703035" y="3022165"/>
                <a:ext cx="56880" cy="180759"/>
              </a:xfrm>
              <a:prstGeom prst="rect">
                <a:avLst/>
              </a:prstGeom>
            </p:spPr>
          </p:pic>
        </mc:Fallback>
      </mc:AlternateContent>
      <p:grpSp>
        <p:nvGrpSpPr>
          <p:cNvPr id="740" name="Group 739">
            <a:extLst>
              <a:ext uri="{FF2B5EF4-FFF2-40B4-BE49-F238E27FC236}">
                <a16:creationId xmlns:a16="http://schemas.microsoft.com/office/drawing/2014/main" id="{58961ADA-A5F0-9B0D-F9E7-97641360CCBF}"/>
              </a:ext>
            </a:extLst>
          </p:cNvPr>
          <p:cNvGrpSpPr/>
          <p:nvPr/>
        </p:nvGrpSpPr>
        <p:grpSpPr>
          <a:xfrm>
            <a:off x="3721035" y="3264825"/>
            <a:ext cx="219960" cy="206280"/>
            <a:chOff x="3721035" y="3264825"/>
            <a:chExt cx="219960" cy="20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741" name="Ink 740">
                  <a:extLst>
                    <a:ext uri="{FF2B5EF4-FFF2-40B4-BE49-F238E27FC236}">
                      <a16:creationId xmlns:a16="http://schemas.microsoft.com/office/drawing/2014/main" id="{B7E29AD7-9129-BF9A-CA08-10065C564578}"/>
                    </a:ext>
                  </a:extLst>
                </p14:cNvPr>
                <p14:cNvContentPartPr/>
                <p14:nvPr/>
              </p14:nvContentPartPr>
              <p14:xfrm>
                <a:off x="3721035" y="3264825"/>
                <a:ext cx="44640" cy="95040"/>
              </p14:xfrm>
            </p:contentPart>
          </mc:Choice>
          <mc:Fallback xmlns="">
            <p:pic>
              <p:nvPicPr>
                <p:cNvPr id="741" name="Ink 740">
                  <a:extLst>
                    <a:ext uri="{FF2B5EF4-FFF2-40B4-BE49-F238E27FC236}">
                      <a16:creationId xmlns:a16="http://schemas.microsoft.com/office/drawing/2014/main" id="{B7E29AD7-9129-BF9A-CA08-10065C564578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3711962" y="3255825"/>
                  <a:ext cx="62423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742" name="Ink 741">
                  <a:extLst>
                    <a:ext uri="{FF2B5EF4-FFF2-40B4-BE49-F238E27FC236}">
                      <a16:creationId xmlns:a16="http://schemas.microsoft.com/office/drawing/2014/main" id="{5B3EF54D-383F-BF90-F7DE-AEDA7437BDC4}"/>
                    </a:ext>
                  </a:extLst>
                </p14:cNvPr>
                <p14:cNvContentPartPr/>
                <p14:nvPr/>
              </p14:nvContentPartPr>
              <p14:xfrm>
                <a:off x="3847395" y="3384345"/>
                <a:ext cx="93600" cy="86760"/>
              </p14:xfrm>
            </p:contentPart>
          </mc:Choice>
          <mc:Fallback xmlns="">
            <p:pic>
              <p:nvPicPr>
                <p:cNvPr id="742" name="Ink 741">
                  <a:extLst>
                    <a:ext uri="{FF2B5EF4-FFF2-40B4-BE49-F238E27FC236}">
                      <a16:creationId xmlns:a16="http://schemas.microsoft.com/office/drawing/2014/main" id="{5B3EF54D-383F-BF90-F7DE-AEDA7437BDC4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3838395" y="3375345"/>
                  <a:ext cx="111240" cy="10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7">
            <p14:nvContentPartPr>
              <p14:cNvPr id="743" name="Ink 742">
                <a:extLst>
                  <a:ext uri="{FF2B5EF4-FFF2-40B4-BE49-F238E27FC236}">
                    <a16:creationId xmlns:a16="http://schemas.microsoft.com/office/drawing/2014/main" id="{19B2A8CE-E776-B444-88BC-58F580EDA53E}"/>
                  </a:ext>
                </a:extLst>
              </p14:cNvPr>
              <p14:cNvContentPartPr/>
              <p14:nvPr/>
            </p14:nvContentPartPr>
            <p14:xfrm>
              <a:off x="3917595" y="3574785"/>
              <a:ext cx="87480" cy="125640"/>
            </p14:xfrm>
          </p:contentPart>
        </mc:Choice>
        <mc:Fallback xmlns="">
          <p:pic>
            <p:nvPicPr>
              <p:cNvPr id="743" name="Ink 742">
                <a:extLst>
                  <a:ext uri="{FF2B5EF4-FFF2-40B4-BE49-F238E27FC236}">
                    <a16:creationId xmlns:a16="http://schemas.microsoft.com/office/drawing/2014/main" id="{19B2A8CE-E776-B444-88BC-58F580EDA53E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3908632" y="3565785"/>
                <a:ext cx="105048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744" name="Ink 743">
                <a:extLst>
                  <a:ext uri="{FF2B5EF4-FFF2-40B4-BE49-F238E27FC236}">
                    <a16:creationId xmlns:a16="http://schemas.microsoft.com/office/drawing/2014/main" id="{997B0D15-05E9-2753-D1ED-1BFAD8E5BC6A}"/>
                  </a:ext>
                </a:extLst>
              </p14:cNvPr>
              <p14:cNvContentPartPr/>
              <p14:nvPr/>
            </p14:nvContentPartPr>
            <p14:xfrm>
              <a:off x="3683235" y="3800865"/>
              <a:ext cx="94320" cy="110520"/>
            </p14:xfrm>
          </p:contentPart>
        </mc:Choice>
        <mc:Fallback xmlns="">
          <p:pic>
            <p:nvPicPr>
              <p:cNvPr id="744" name="Ink 743">
                <a:extLst>
                  <a:ext uri="{FF2B5EF4-FFF2-40B4-BE49-F238E27FC236}">
                    <a16:creationId xmlns:a16="http://schemas.microsoft.com/office/drawing/2014/main" id="{997B0D15-05E9-2753-D1ED-1BFAD8E5BC6A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3674235" y="3791865"/>
                <a:ext cx="11196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1">
            <p14:nvContentPartPr>
              <p14:cNvPr id="745" name="Ink 744">
                <a:extLst>
                  <a:ext uri="{FF2B5EF4-FFF2-40B4-BE49-F238E27FC236}">
                    <a16:creationId xmlns:a16="http://schemas.microsoft.com/office/drawing/2014/main" id="{62A36FA1-BEE7-5AA0-3478-2006C02C0C17}"/>
                  </a:ext>
                </a:extLst>
              </p14:cNvPr>
              <p14:cNvContentPartPr/>
              <p14:nvPr/>
            </p14:nvContentPartPr>
            <p14:xfrm>
              <a:off x="3633915" y="4036305"/>
              <a:ext cx="19800" cy="158760"/>
            </p14:xfrm>
          </p:contentPart>
        </mc:Choice>
        <mc:Fallback xmlns="">
          <p:pic>
            <p:nvPicPr>
              <p:cNvPr id="745" name="Ink 744">
                <a:extLst>
                  <a:ext uri="{FF2B5EF4-FFF2-40B4-BE49-F238E27FC236}">
                    <a16:creationId xmlns:a16="http://schemas.microsoft.com/office/drawing/2014/main" id="{62A36FA1-BEE7-5AA0-3478-2006C02C0C17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3624915" y="4027305"/>
                <a:ext cx="3744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3">
            <p14:nvContentPartPr>
              <p14:cNvPr id="746" name="Ink 745">
                <a:extLst>
                  <a:ext uri="{FF2B5EF4-FFF2-40B4-BE49-F238E27FC236}">
                    <a16:creationId xmlns:a16="http://schemas.microsoft.com/office/drawing/2014/main" id="{4C3FB005-C808-8657-AA4E-34A19BB0ABA3}"/>
                  </a:ext>
                </a:extLst>
              </p14:cNvPr>
              <p14:cNvContentPartPr/>
              <p14:nvPr/>
            </p14:nvContentPartPr>
            <p14:xfrm>
              <a:off x="3627075" y="4345185"/>
              <a:ext cx="6120" cy="89280"/>
            </p14:xfrm>
          </p:contentPart>
        </mc:Choice>
        <mc:Fallback xmlns="">
          <p:pic>
            <p:nvPicPr>
              <p:cNvPr id="746" name="Ink 745">
                <a:extLst>
                  <a:ext uri="{FF2B5EF4-FFF2-40B4-BE49-F238E27FC236}">
                    <a16:creationId xmlns:a16="http://schemas.microsoft.com/office/drawing/2014/main" id="{4C3FB005-C808-8657-AA4E-34A19BB0ABA3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3618075" y="4336185"/>
                <a:ext cx="2376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5">
            <p14:nvContentPartPr>
              <p14:cNvPr id="747" name="Ink 746">
                <a:extLst>
                  <a:ext uri="{FF2B5EF4-FFF2-40B4-BE49-F238E27FC236}">
                    <a16:creationId xmlns:a16="http://schemas.microsoft.com/office/drawing/2014/main" id="{BA1D95AE-5B13-D41F-529C-5E4618E947BF}"/>
                  </a:ext>
                </a:extLst>
              </p14:cNvPr>
              <p14:cNvContentPartPr/>
              <p14:nvPr/>
            </p14:nvContentPartPr>
            <p14:xfrm>
              <a:off x="3643275" y="4528785"/>
              <a:ext cx="21600" cy="118080"/>
            </p14:xfrm>
          </p:contentPart>
        </mc:Choice>
        <mc:Fallback xmlns="">
          <p:pic>
            <p:nvPicPr>
              <p:cNvPr id="747" name="Ink 746">
                <a:extLst>
                  <a:ext uri="{FF2B5EF4-FFF2-40B4-BE49-F238E27FC236}">
                    <a16:creationId xmlns:a16="http://schemas.microsoft.com/office/drawing/2014/main" id="{BA1D95AE-5B13-D41F-529C-5E4618E947BF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3634122" y="4519785"/>
                <a:ext cx="39539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7">
            <p14:nvContentPartPr>
              <p14:cNvPr id="748" name="Ink 747">
                <a:extLst>
                  <a:ext uri="{FF2B5EF4-FFF2-40B4-BE49-F238E27FC236}">
                    <a16:creationId xmlns:a16="http://schemas.microsoft.com/office/drawing/2014/main" id="{91B5883D-F9DE-FB46-316F-36EEF657BBB2}"/>
                  </a:ext>
                </a:extLst>
              </p14:cNvPr>
              <p14:cNvContentPartPr/>
              <p14:nvPr/>
            </p14:nvContentPartPr>
            <p14:xfrm>
              <a:off x="3689715" y="4752345"/>
              <a:ext cx="18000" cy="164520"/>
            </p14:xfrm>
          </p:contentPart>
        </mc:Choice>
        <mc:Fallback xmlns="">
          <p:pic>
            <p:nvPicPr>
              <p:cNvPr id="748" name="Ink 747">
                <a:extLst>
                  <a:ext uri="{FF2B5EF4-FFF2-40B4-BE49-F238E27FC236}">
                    <a16:creationId xmlns:a16="http://schemas.microsoft.com/office/drawing/2014/main" id="{91B5883D-F9DE-FB46-316F-36EEF657BBB2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3680715" y="4743345"/>
                <a:ext cx="3564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9">
            <p14:nvContentPartPr>
              <p14:cNvPr id="749" name="Ink 748">
                <a:extLst>
                  <a:ext uri="{FF2B5EF4-FFF2-40B4-BE49-F238E27FC236}">
                    <a16:creationId xmlns:a16="http://schemas.microsoft.com/office/drawing/2014/main" id="{3B42D479-E54C-61D6-8BDE-B8B7E869EE09}"/>
                  </a:ext>
                </a:extLst>
              </p14:cNvPr>
              <p14:cNvContentPartPr/>
              <p14:nvPr/>
            </p14:nvContentPartPr>
            <p14:xfrm>
              <a:off x="3702315" y="5022345"/>
              <a:ext cx="6480" cy="108720"/>
            </p14:xfrm>
          </p:contentPart>
        </mc:Choice>
        <mc:Fallback xmlns="">
          <p:pic>
            <p:nvPicPr>
              <p:cNvPr id="749" name="Ink 748">
                <a:extLst>
                  <a:ext uri="{FF2B5EF4-FFF2-40B4-BE49-F238E27FC236}">
                    <a16:creationId xmlns:a16="http://schemas.microsoft.com/office/drawing/2014/main" id="{3B42D479-E54C-61D6-8BDE-B8B7E869EE09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3693315" y="5013345"/>
                <a:ext cx="24120" cy="12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50" name="Group 749">
            <a:extLst>
              <a:ext uri="{FF2B5EF4-FFF2-40B4-BE49-F238E27FC236}">
                <a16:creationId xmlns:a16="http://schemas.microsoft.com/office/drawing/2014/main" id="{F2D6E475-91F6-9559-E5BB-949513C47F6C}"/>
              </a:ext>
            </a:extLst>
          </p:cNvPr>
          <p:cNvGrpSpPr/>
          <p:nvPr/>
        </p:nvGrpSpPr>
        <p:grpSpPr>
          <a:xfrm>
            <a:off x="3085275" y="5280825"/>
            <a:ext cx="619560" cy="226440"/>
            <a:chOff x="3085275" y="5280825"/>
            <a:chExt cx="619560" cy="22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751" name="Ink 750">
                  <a:extLst>
                    <a:ext uri="{FF2B5EF4-FFF2-40B4-BE49-F238E27FC236}">
                      <a16:creationId xmlns:a16="http://schemas.microsoft.com/office/drawing/2014/main" id="{847F3708-8EE6-6A65-0732-6EDE20E6E358}"/>
                    </a:ext>
                  </a:extLst>
                </p14:cNvPr>
                <p14:cNvContentPartPr/>
                <p14:nvPr/>
              </p14:nvContentPartPr>
              <p14:xfrm>
                <a:off x="3666315" y="5280825"/>
                <a:ext cx="38520" cy="117360"/>
              </p14:xfrm>
            </p:contentPart>
          </mc:Choice>
          <mc:Fallback xmlns="">
            <p:pic>
              <p:nvPicPr>
                <p:cNvPr id="751" name="Ink 750">
                  <a:extLst>
                    <a:ext uri="{FF2B5EF4-FFF2-40B4-BE49-F238E27FC236}">
                      <a16:creationId xmlns:a16="http://schemas.microsoft.com/office/drawing/2014/main" id="{847F3708-8EE6-6A65-0732-6EDE20E6E358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3657315" y="5271825"/>
                  <a:ext cx="561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752" name="Ink 751">
                  <a:extLst>
                    <a:ext uri="{FF2B5EF4-FFF2-40B4-BE49-F238E27FC236}">
                      <a16:creationId xmlns:a16="http://schemas.microsoft.com/office/drawing/2014/main" id="{32282871-D2BB-B96A-BFCB-192E14068170}"/>
                    </a:ext>
                  </a:extLst>
                </p14:cNvPr>
                <p14:cNvContentPartPr/>
                <p14:nvPr/>
              </p14:nvContentPartPr>
              <p14:xfrm>
                <a:off x="3085275" y="5344185"/>
                <a:ext cx="54720" cy="113760"/>
              </p14:xfrm>
            </p:contentPart>
          </mc:Choice>
          <mc:Fallback xmlns="">
            <p:pic>
              <p:nvPicPr>
                <p:cNvPr id="752" name="Ink 751">
                  <a:extLst>
                    <a:ext uri="{FF2B5EF4-FFF2-40B4-BE49-F238E27FC236}">
                      <a16:creationId xmlns:a16="http://schemas.microsoft.com/office/drawing/2014/main" id="{32282871-D2BB-B96A-BFCB-192E14068170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3076275" y="5335185"/>
                  <a:ext cx="723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753" name="Ink 752">
                  <a:extLst>
                    <a:ext uri="{FF2B5EF4-FFF2-40B4-BE49-F238E27FC236}">
                      <a16:creationId xmlns:a16="http://schemas.microsoft.com/office/drawing/2014/main" id="{6B281E52-35BF-B4D3-D781-E76AF451D40F}"/>
                    </a:ext>
                  </a:extLst>
                </p14:cNvPr>
                <p14:cNvContentPartPr/>
                <p14:nvPr/>
              </p14:nvContentPartPr>
              <p14:xfrm>
                <a:off x="3244395" y="5500065"/>
                <a:ext cx="157680" cy="7200"/>
              </p14:xfrm>
            </p:contentPart>
          </mc:Choice>
          <mc:Fallback xmlns="">
            <p:pic>
              <p:nvPicPr>
                <p:cNvPr id="753" name="Ink 752">
                  <a:extLst>
                    <a:ext uri="{FF2B5EF4-FFF2-40B4-BE49-F238E27FC236}">
                      <a16:creationId xmlns:a16="http://schemas.microsoft.com/office/drawing/2014/main" id="{6B281E52-35BF-B4D3-D781-E76AF451D40F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3235395" y="5491065"/>
                  <a:ext cx="1753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754" name="Ink 753">
                  <a:extLst>
                    <a:ext uri="{FF2B5EF4-FFF2-40B4-BE49-F238E27FC236}">
                      <a16:creationId xmlns:a16="http://schemas.microsoft.com/office/drawing/2014/main" id="{CAF07F44-AFF8-9528-1073-C9EDCAF17B3C}"/>
                    </a:ext>
                  </a:extLst>
                </p14:cNvPr>
                <p14:cNvContentPartPr/>
                <p14:nvPr/>
              </p14:nvContentPartPr>
              <p14:xfrm>
                <a:off x="3505395" y="5467665"/>
                <a:ext cx="63720" cy="36000"/>
              </p14:xfrm>
            </p:contentPart>
          </mc:Choice>
          <mc:Fallback xmlns="">
            <p:pic>
              <p:nvPicPr>
                <p:cNvPr id="754" name="Ink 753">
                  <a:extLst>
                    <a:ext uri="{FF2B5EF4-FFF2-40B4-BE49-F238E27FC236}">
                      <a16:creationId xmlns:a16="http://schemas.microsoft.com/office/drawing/2014/main" id="{CAF07F44-AFF8-9528-1073-C9EDCAF17B3C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3496446" y="5458665"/>
                  <a:ext cx="81261" cy="53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55" name="TextBox 754">
            <a:extLst>
              <a:ext uri="{FF2B5EF4-FFF2-40B4-BE49-F238E27FC236}">
                <a16:creationId xmlns:a16="http://schemas.microsoft.com/office/drawing/2014/main" id="{4AE3F1FA-E7FF-6D90-F996-BF0106865CF1}"/>
              </a:ext>
            </a:extLst>
          </p:cNvPr>
          <p:cNvSpPr txBox="1"/>
          <p:nvPr/>
        </p:nvSpPr>
        <p:spPr>
          <a:xfrm>
            <a:off x="3730395" y="2933552"/>
            <a:ext cx="1414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Informal Waste Collectors</a:t>
            </a:r>
            <a:endParaRPr lang="en-US" sz="1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56" name="TextBox 755">
            <a:extLst>
              <a:ext uri="{FF2B5EF4-FFF2-40B4-BE49-F238E27FC236}">
                <a16:creationId xmlns:a16="http://schemas.microsoft.com/office/drawing/2014/main" id="{BEE1C1F4-C57F-BEA4-3066-418422197A71}"/>
              </a:ext>
            </a:extLst>
          </p:cNvPr>
          <p:cNvSpPr txBox="1"/>
          <p:nvPr/>
        </p:nvSpPr>
        <p:spPr>
          <a:xfrm>
            <a:off x="6377415" y="4325485"/>
            <a:ext cx="1414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MRFs/Sorting Centres</a:t>
            </a:r>
            <a:endParaRPr lang="en-US" sz="1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757" name="Group 756">
            <a:extLst>
              <a:ext uri="{FF2B5EF4-FFF2-40B4-BE49-F238E27FC236}">
                <a16:creationId xmlns:a16="http://schemas.microsoft.com/office/drawing/2014/main" id="{06B835E4-4AAF-C789-F7D3-E9C7A2B3A65A}"/>
              </a:ext>
            </a:extLst>
          </p:cNvPr>
          <p:cNvGrpSpPr/>
          <p:nvPr/>
        </p:nvGrpSpPr>
        <p:grpSpPr>
          <a:xfrm>
            <a:off x="5373474" y="3261073"/>
            <a:ext cx="131400" cy="890640"/>
            <a:chOff x="5373474" y="3261073"/>
            <a:chExt cx="131400" cy="89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758" name="Ink 757">
                  <a:extLst>
                    <a:ext uri="{FF2B5EF4-FFF2-40B4-BE49-F238E27FC236}">
                      <a16:creationId xmlns:a16="http://schemas.microsoft.com/office/drawing/2014/main" id="{B1C88540-AB0D-8952-F405-1657BD289770}"/>
                    </a:ext>
                  </a:extLst>
                </p14:cNvPr>
                <p14:cNvContentPartPr/>
                <p14:nvPr/>
              </p14:nvContentPartPr>
              <p14:xfrm>
                <a:off x="5454834" y="3261073"/>
                <a:ext cx="50040" cy="116640"/>
              </p14:xfrm>
            </p:contentPart>
          </mc:Choice>
          <mc:Fallback xmlns="">
            <p:pic>
              <p:nvPicPr>
                <p:cNvPr id="758" name="Ink 757">
                  <a:extLst>
                    <a:ext uri="{FF2B5EF4-FFF2-40B4-BE49-F238E27FC236}">
                      <a16:creationId xmlns:a16="http://schemas.microsoft.com/office/drawing/2014/main" id="{B1C88540-AB0D-8952-F405-1657BD289770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5445834" y="3252073"/>
                  <a:ext cx="676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759" name="Ink 758">
                  <a:extLst>
                    <a:ext uri="{FF2B5EF4-FFF2-40B4-BE49-F238E27FC236}">
                      <a16:creationId xmlns:a16="http://schemas.microsoft.com/office/drawing/2014/main" id="{FFEAEC09-97BE-1914-1C0A-1FB78915EB9F}"/>
                    </a:ext>
                  </a:extLst>
                </p14:cNvPr>
                <p14:cNvContentPartPr/>
                <p14:nvPr/>
              </p14:nvContentPartPr>
              <p14:xfrm>
                <a:off x="5382114" y="3435673"/>
                <a:ext cx="19800" cy="123120"/>
              </p14:xfrm>
            </p:contentPart>
          </mc:Choice>
          <mc:Fallback xmlns="">
            <p:pic>
              <p:nvPicPr>
                <p:cNvPr id="759" name="Ink 758">
                  <a:extLst>
                    <a:ext uri="{FF2B5EF4-FFF2-40B4-BE49-F238E27FC236}">
                      <a16:creationId xmlns:a16="http://schemas.microsoft.com/office/drawing/2014/main" id="{FFEAEC09-97BE-1914-1C0A-1FB78915EB9F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5373114" y="3426699"/>
                  <a:ext cx="37440" cy="1407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760" name="Ink 759">
                  <a:extLst>
                    <a:ext uri="{FF2B5EF4-FFF2-40B4-BE49-F238E27FC236}">
                      <a16:creationId xmlns:a16="http://schemas.microsoft.com/office/drawing/2014/main" id="{CBAD0D4C-33DD-CE18-F8AA-03B84BC20A8F}"/>
                    </a:ext>
                  </a:extLst>
                </p14:cNvPr>
                <p14:cNvContentPartPr/>
                <p14:nvPr/>
              </p14:nvContentPartPr>
              <p14:xfrm>
                <a:off x="5373474" y="3625753"/>
                <a:ext cx="3960" cy="163440"/>
              </p14:xfrm>
            </p:contentPart>
          </mc:Choice>
          <mc:Fallback xmlns="">
            <p:pic>
              <p:nvPicPr>
                <p:cNvPr id="760" name="Ink 759">
                  <a:extLst>
                    <a:ext uri="{FF2B5EF4-FFF2-40B4-BE49-F238E27FC236}">
                      <a16:creationId xmlns:a16="http://schemas.microsoft.com/office/drawing/2014/main" id="{CBAD0D4C-33DD-CE18-F8AA-03B84BC20A8F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5364474" y="3616753"/>
                  <a:ext cx="216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761" name="Ink 760">
                  <a:extLst>
                    <a:ext uri="{FF2B5EF4-FFF2-40B4-BE49-F238E27FC236}">
                      <a16:creationId xmlns:a16="http://schemas.microsoft.com/office/drawing/2014/main" id="{FDE41C86-9B0F-F189-0D9F-B0BBFBE45A0F}"/>
                    </a:ext>
                  </a:extLst>
                </p14:cNvPr>
                <p14:cNvContentPartPr/>
                <p14:nvPr/>
              </p14:nvContentPartPr>
              <p14:xfrm>
                <a:off x="5403714" y="3862633"/>
                <a:ext cx="18360" cy="94680"/>
              </p14:xfrm>
            </p:contentPart>
          </mc:Choice>
          <mc:Fallback xmlns="">
            <p:pic>
              <p:nvPicPr>
                <p:cNvPr id="761" name="Ink 760">
                  <a:extLst>
                    <a:ext uri="{FF2B5EF4-FFF2-40B4-BE49-F238E27FC236}">
                      <a16:creationId xmlns:a16="http://schemas.microsoft.com/office/drawing/2014/main" id="{FDE41C86-9B0F-F189-0D9F-B0BBFBE45A0F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5394714" y="3853599"/>
                  <a:ext cx="36000" cy="1123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762" name="Ink 761">
                  <a:extLst>
                    <a:ext uri="{FF2B5EF4-FFF2-40B4-BE49-F238E27FC236}">
                      <a16:creationId xmlns:a16="http://schemas.microsoft.com/office/drawing/2014/main" id="{DAB0B0D9-1C39-1319-D642-296DAF02DBAF}"/>
                    </a:ext>
                  </a:extLst>
                </p14:cNvPr>
                <p14:cNvContentPartPr/>
                <p14:nvPr/>
              </p14:nvContentPartPr>
              <p14:xfrm>
                <a:off x="5438274" y="4041913"/>
                <a:ext cx="34200" cy="109800"/>
              </p14:xfrm>
            </p:contentPart>
          </mc:Choice>
          <mc:Fallback xmlns="">
            <p:pic>
              <p:nvPicPr>
                <p:cNvPr id="762" name="Ink 761">
                  <a:extLst>
                    <a:ext uri="{FF2B5EF4-FFF2-40B4-BE49-F238E27FC236}">
                      <a16:creationId xmlns:a16="http://schemas.microsoft.com/office/drawing/2014/main" id="{DAB0B0D9-1C39-1319-D642-296DAF02DBAF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5429274" y="4032913"/>
                  <a:ext cx="51840" cy="12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9">
            <p14:nvContentPartPr>
              <p14:cNvPr id="763" name="Ink 762">
                <a:extLst>
                  <a:ext uri="{FF2B5EF4-FFF2-40B4-BE49-F238E27FC236}">
                    <a16:creationId xmlns:a16="http://schemas.microsoft.com/office/drawing/2014/main" id="{BB9799CA-8818-2F6C-B012-5E2F99A1E10D}"/>
                  </a:ext>
                </a:extLst>
              </p14:cNvPr>
              <p14:cNvContentPartPr/>
              <p14:nvPr/>
            </p14:nvContentPartPr>
            <p14:xfrm>
              <a:off x="5464194" y="4248193"/>
              <a:ext cx="5400" cy="109080"/>
            </p14:xfrm>
          </p:contentPart>
        </mc:Choice>
        <mc:Fallback xmlns="">
          <p:pic>
            <p:nvPicPr>
              <p:cNvPr id="763" name="Ink 762">
                <a:extLst>
                  <a:ext uri="{FF2B5EF4-FFF2-40B4-BE49-F238E27FC236}">
                    <a16:creationId xmlns:a16="http://schemas.microsoft.com/office/drawing/2014/main" id="{BB9799CA-8818-2F6C-B012-5E2F99A1E10D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5455194" y="4239193"/>
                <a:ext cx="23040" cy="12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764" name="Group 763">
            <a:extLst>
              <a:ext uri="{FF2B5EF4-FFF2-40B4-BE49-F238E27FC236}">
                <a16:creationId xmlns:a16="http://schemas.microsoft.com/office/drawing/2014/main" id="{1F2AC498-6DDC-B66D-1322-B9A9F2470536}"/>
              </a:ext>
            </a:extLst>
          </p:cNvPr>
          <p:cNvGrpSpPr/>
          <p:nvPr/>
        </p:nvGrpSpPr>
        <p:grpSpPr>
          <a:xfrm>
            <a:off x="5465994" y="4427833"/>
            <a:ext cx="5178240" cy="987480"/>
            <a:chOff x="5465994" y="4427833"/>
            <a:chExt cx="5178240" cy="98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765" name="Ink 764">
                  <a:extLst>
                    <a:ext uri="{FF2B5EF4-FFF2-40B4-BE49-F238E27FC236}">
                      <a16:creationId xmlns:a16="http://schemas.microsoft.com/office/drawing/2014/main" id="{44E77DC2-E899-7698-D82B-906E3BDF31DC}"/>
                    </a:ext>
                  </a:extLst>
                </p14:cNvPr>
                <p14:cNvContentPartPr/>
                <p14:nvPr/>
              </p14:nvContentPartPr>
              <p14:xfrm>
                <a:off x="5465994" y="4427833"/>
                <a:ext cx="19080" cy="138960"/>
              </p14:xfrm>
            </p:contentPart>
          </mc:Choice>
          <mc:Fallback xmlns="">
            <p:pic>
              <p:nvPicPr>
                <p:cNvPr id="765" name="Ink 764">
                  <a:extLst>
                    <a:ext uri="{FF2B5EF4-FFF2-40B4-BE49-F238E27FC236}">
                      <a16:creationId xmlns:a16="http://schemas.microsoft.com/office/drawing/2014/main" id="{44E77DC2-E899-7698-D82B-906E3BDF31DC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5456994" y="4418833"/>
                  <a:ext cx="367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766" name="Ink 765">
                  <a:extLst>
                    <a:ext uri="{FF2B5EF4-FFF2-40B4-BE49-F238E27FC236}">
                      <a16:creationId xmlns:a16="http://schemas.microsoft.com/office/drawing/2014/main" id="{49CE4764-2EEB-8F6E-BD4F-49D8D646610C}"/>
                    </a:ext>
                  </a:extLst>
                </p14:cNvPr>
                <p14:cNvContentPartPr/>
                <p14:nvPr/>
              </p14:nvContentPartPr>
              <p14:xfrm>
                <a:off x="5498754" y="4638793"/>
                <a:ext cx="71640" cy="71640"/>
              </p14:xfrm>
            </p:contentPart>
          </mc:Choice>
          <mc:Fallback xmlns="">
            <p:pic>
              <p:nvPicPr>
                <p:cNvPr id="766" name="Ink 765">
                  <a:extLst>
                    <a:ext uri="{FF2B5EF4-FFF2-40B4-BE49-F238E27FC236}">
                      <a16:creationId xmlns:a16="http://schemas.microsoft.com/office/drawing/2014/main" id="{49CE4764-2EEB-8F6E-BD4F-49D8D646610C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5489799" y="4629793"/>
                  <a:ext cx="89192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767" name="Ink 766">
                  <a:extLst>
                    <a:ext uri="{FF2B5EF4-FFF2-40B4-BE49-F238E27FC236}">
                      <a16:creationId xmlns:a16="http://schemas.microsoft.com/office/drawing/2014/main" id="{27AF8E8E-1381-0924-9DBB-8F81BD157109}"/>
                    </a:ext>
                  </a:extLst>
                </p14:cNvPr>
                <p14:cNvContentPartPr/>
                <p14:nvPr/>
              </p14:nvContentPartPr>
              <p14:xfrm>
                <a:off x="5598834" y="4763713"/>
                <a:ext cx="80280" cy="76680"/>
              </p14:xfrm>
            </p:contentPart>
          </mc:Choice>
          <mc:Fallback xmlns="">
            <p:pic>
              <p:nvPicPr>
                <p:cNvPr id="767" name="Ink 766">
                  <a:extLst>
                    <a:ext uri="{FF2B5EF4-FFF2-40B4-BE49-F238E27FC236}">
                      <a16:creationId xmlns:a16="http://schemas.microsoft.com/office/drawing/2014/main" id="{27AF8E8E-1381-0924-9DBB-8F81BD157109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5589874" y="4754713"/>
                  <a:ext cx="97841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768" name="Ink 767">
                  <a:extLst>
                    <a:ext uri="{FF2B5EF4-FFF2-40B4-BE49-F238E27FC236}">
                      <a16:creationId xmlns:a16="http://schemas.microsoft.com/office/drawing/2014/main" id="{6EF99AFA-B2A7-0338-9956-E6D0A6A33C99}"/>
                    </a:ext>
                  </a:extLst>
                </p14:cNvPr>
                <p14:cNvContentPartPr/>
                <p14:nvPr/>
              </p14:nvContentPartPr>
              <p14:xfrm>
                <a:off x="5660394" y="4899433"/>
                <a:ext cx="5400" cy="22320"/>
              </p14:xfrm>
            </p:contentPart>
          </mc:Choice>
          <mc:Fallback xmlns="">
            <p:pic>
              <p:nvPicPr>
                <p:cNvPr id="768" name="Ink 767">
                  <a:extLst>
                    <a:ext uri="{FF2B5EF4-FFF2-40B4-BE49-F238E27FC236}">
                      <a16:creationId xmlns:a16="http://schemas.microsoft.com/office/drawing/2014/main" id="{6EF99AFA-B2A7-0338-9956-E6D0A6A33C99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5651394" y="4890285"/>
                  <a:ext cx="23040" cy="402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769" name="Ink 768">
                  <a:extLst>
                    <a:ext uri="{FF2B5EF4-FFF2-40B4-BE49-F238E27FC236}">
                      <a16:creationId xmlns:a16="http://schemas.microsoft.com/office/drawing/2014/main" id="{DD0F9923-6E39-CF87-0CAE-9AA6C222B846}"/>
                    </a:ext>
                  </a:extLst>
                </p14:cNvPr>
                <p14:cNvContentPartPr/>
                <p14:nvPr/>
              </p14:nvContentPartPr>
              <p14:xfrm>
                <a:off x="5660394" y="4879633"/>
                <a:ext cx="32040" cy="155160"/>
              </p14:xfrm>
            </p:contentPart>
          </mc:Choice>
          <mc:Fallback xmlns="">
            <p:pic>
              <p:nvPicPr>
                <p:cNvPr id="769" name="Ink 768">
                  <a:extLst>
                    <a:ext uri="{FF2B5EF4-FFF2-40B4-BE49-F238E27FC236}">
                      <a16:creationId xmlns:a16="http://schemas.microsoft.com/office/drawing/2014/main" id="{DD0F9923-6E39-CF87-0CAE-9AA6C222B846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5651394" y="4870633"/>
                  <a:ext cx="496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770" name="Ink 769">
                  <a:extLst>
                    <a:ext uri="{FF2B5EF4-FFF2-40B4-BE49-F238E27FC236}">
                      <a16:creationId xmlns:a16="http://schemas.microsoft.com/office/drawing/2014/main" id="{AA039012-750F-ABC2-24D3-94001B722560}"/>
                    </a:ext>
                  </a:extLst>
                </p14:cNvPr>
                <p14:cNvContentPartPr/>
                <p14:nvPr/>
              </p14:nvContentPartPr>
              <p14:xfrm>
                <a:off x="5743914" y="5174113"/>
                <a:ext cx="28800" cy="88560"/>
              </p14:xfrm>
            </p:contentPart>
          </mc:Choice>
          <mc:Fallback xmlns="">
            <p:pic>
              <p:nvPicPr>
                <p:cNvPr id="770" name="Ink 769">
                  <a:extLst>
                    <a:ext uri="{FF2B5EF4-FFF2-40B4-BE49-F238E27FC236}">
                      <a16:creationId xmlns:a16="http://schemas.microsoft.com/office/drawing/2014/main" id="{AA039012-750F-ABC2-24D3-94001B722560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5734800" y="5165113"/>
                  <a:ext cx="46663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771" name="Ink 770">
                  <a:extLst>
                    <a:ext uri="{FF2B5EF4-FFF2-40B4-BE49-F238E27FC236}">
                      <a16:creationId xmlns:a16="http://schemas.microsoft.com/office/drawing/2014/main" id="{28CA5023-E6CC-B7D9-70DB-7F702A383EBA}"/>
                    </a:ext>
                  </a:extLst>
                </p14:cNvPr>
                <p14:cNvContentPartPr/>
                <p14:nvPr/>
              </p14:nvContentPartPr>
              <p14:xfrm>
                <a:off x="5918154" y="5309473"/>
                <a:ext cx="125280" cy="33480"/>
              </p14:xfrm>
            </p:contentPart>
          </mc:Choice>
          <mc:Fallback xmlns="">
            <p:pic>
              <p:nvPicPr>
                <p:cNvPr id="771" name="Ink 770">
                  <a:extLst>
                    <a:ext uri="{FF2B5EF4-FFF2-40B4-BE49-F238E27FC236}">
                      <a16:creationId xmlns:a16="http://schemas.microsoft.com/office/drawing/2014/main" id="{28CA5023-E6CC-B7D9-70DB-7F702A383EBA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5909154" y="5300375"/>
                  <a:ext cx="142920" cy="513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772" name="Ink 771">
                  <a:extLst>
                    <a:ext uri="{FF2B5EF4-FFF2-40B4-BE49-F238E27FC236}">
                      <a16:creationId xmlns:a16="http://schemas.microsoft.com/office/drawing/2014/main" id="{987A1501-D238-1CC4-F973-0A530088D338}"/>
                    </a:ext>
                  </a:extLst>
                </p14:cNvPr>
                <p14:cNvContentPartPr/>
                <p14:nvPr/>
              </p14:nvContentPartPr>
              <p14:xfrm>
                <a:off x="6200394" y="5382193"/>
                <a:ext cx="131040" cy="22320"/>
              </p14:xfrm>
            </p:contentPart>
          </mc:Choice>
          <mc:Fallback xmlns="">
            <p:pic>
              <p:nvPicPr>
                <p:cNvPr id="772" name="Ink 771">
                  <a:extLst>
                    <a:ext uri="{FF2B5EF4-FFF2-40B4-BE49-F238E27FC236}">
                      <a16:creationId xmlns:a16="http://schemas.microsoft.com/office/drawing/2014/main" id="{987A1501-D238-1CC4-F973-0A530088D338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6191394" y="5373193"/>
                  <a:ext cx="1486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773" name="Ink 772">
                  <a:extLst>
                    <a:ext uri="{FF2B5EF4-FFF2-40B4-BE49-F238E27FC236}">
                      <a16:creationId xmlns:a16="http://schemas.microsoft.com/office/drawing/2014/main" id="{E69B915D-A0CD-3FCC-529B-2CDB015F53F5}"/>
                    </a:ext>
                  </a:extLst>
                </p14:cNvPr>
                <p14:cNvContentPartPr/>
                <p14:nvPr/>
              </p14:nvContentPartPr>
              <p14:xfrm>
                <a:off x="6447354" y="5389393"/>
                <a:ext cx="122400" cy="25920"/>
              </p14:xfrm>
            </p:contentPart>
          </mc:Choice>
          <mc:Fallback xmlns="">
            <p:pic>
              <p:nvPicPr>
                <p:cNvPr id="773" name="Ink 772">
                  <a:extLst>
                    <a:ext uri="{FF2B5EF4-FFF2-40B4-BE49-F238E27FC236}">
                      <a16:creationId xmlns:a16="http://schemas.microsoft.com/office/drawing/2014/main" id="{E69B915D-A0CD-3FCC-529B-2CDB015F53F5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6438354" y="5380393"/>
                  <a:ext cx="1400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774" name="Ink 773">
                  <a:extLst>
                    <a:ext uri="{FF2B5EF4-FFF2-40B4-BE49-F238E27FC236}">
                      <a16:creationId xmlns:a16="http://schemas.microsoft.com/office/drawing/2014/main" id="{314CCD5E-82F1-86DD-10CA-1BCBEE9F156E}"/>
                    </a:ext>
                  </a:extLst>
                </p14:cNvPr>
                <p14:cNvContentPartPr/>
                <p14:nvPr/>
              </p14:nvContentPartPr>
              <p14:xfrm>
                <a:off x="6697914" y="5334673"/>
                <a:ext cx="90720" cy="54720"/>
              </p14:xfrm>
            </p:contentPart>
          </mc:Choice>
          <mc:Fallback xmlns="">
            <p:pic>
              <p:nvPicPr>
                <p:cNvPr id="774" name="Ink 773">
                  <a:extLst>
                    <a:ext uri="{FF2B5EF4-FFF2-40B4-BE49-F238E27FC236}">
                      <a16:creationId xmlns:a16="http://schemas.microsoft.com/office/drawing/2014/main" id="{314CCD5E-82F1-86DD-10CA-1BCBEE9F156E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6688878" y="5325732"/>
                  <a:ext cx="108430" cy="722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775" name="Ink 774">
                  <a:extLst>
                    <a:ext uri="{FF2B5EF4-FFF2-40B4-BE49-F238E27FC236}">
                      <a16:creationId xmlns:a16="http://schemas.microsoft.com/office/drawing/2014/main" id="{8C2D8D81-D71E-998F-5B02-13B9B7C7710D}"/>
                    </a:ext>
                  </a:extLst>
                </p14:cNvPr>
                <p14:cNvContentPartPr/>
                <p14:nvPr/>
              </p14:nvContentPartPr>
              <p14:xfrm>
                <a:off x="6841914" y="5235673"/>
                <a:ext cx="137160" cy="54000"/>
              </p14:xfrm>
            </p:contentPart>
          </mc:Choice>
          <mc:Fallback xmlns="">
            <p:pic>
              <p:nvPicPr>
                <p:cNvPr id="775" name="Ink 774">
                  <a:extLst>
                    <a:ext uri="{FF2B5EF4-FFF2-40B4-BE49-F238E27FC236}">
                      <a16:creationId xmlns:a16="http://schemas.microsoft.com/office/drawing/2014/main" id="{8C2D8D81-D71E-998F-5B02-13B9B7C7710D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6832914" y="5226673"/>
                  <a:ext cx="1548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776" name="Ink 775">
                  <a:extLst>
                    <a:ext uri="{FF2B5EF4-FFF2-40B4-BE49-F238E27FC236}">
                      <a16:creationId xmlns:a16="http://schemas.microsoft.com/office/drawing/2014/main" id="{69C2D1CB-F747-B1BA-E7E4-8FDB96D69AD5}"/>
                    </a:ext>
                  </a:extLst>
                </p14:cNvPr>
                <p14:cNvContentPartPr/>
                <p14:nvPr/>
              </p14:nvContentPartPr>
              <p14:xfrm>
                <a:off x="7125234" y="5238553"/>
                <a:ext cx="122040" cy="20160"/>
              </p14:xfrm>
            </p:contentPart>
          </mc:Choice>
          <mc:Fallback xmlns="">
            <p:pic>
              <p:nvPicPr>
                <p:cNvPr id="776" name="Ink 775">
                  <a:extLst>
                    <a:ext uri="{FF2B5EF4-FFF2-40B4-BE49-F238E27FC236}">
                      <a16:creationId xmlns:a16="http://schemas.microsoft.com/office/drawing/2014/main" id="{69C2D1CB-F747-B1BA-E7E4-8FDB96D69AD5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7116260" y="5229553"/>
                  <a:ext cx="139628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777" name="Ink 776">
                  <a:extLst>
                    <a:ext uri="{FF2B5EF4-FFF2-40B4-BE49-F238E27FC236}">
                      <a16:creationId xmlns:a16="http://schemas.microsoft.com/office/drawing/2014/main" id="{BA846E21-A46E-3AB9-0FB4-44806E0C75ED}"/>
                    </a:ext>
                  </a:extLst>
                </p14:cNvPr>
                <p14:cNvContentPartPr/>
                <p14:nvPr/>
              </p14:nvContentPartPr>
              <p14:xfrm>
                <a:off x="7359234" y="5216593"/>
                <a:ext cx="153720" cy="23040"/>
              </p14:xfrm>
            </p:contentPart>
          </mc:Choice>
          <mc:Fallback xmlns="">
            <p:pic>
              <p:nvPicPr>
                <p:cNvPr id="777" name="Ink 776">
                  <a:extLst>
                    <a:ext uri="{FF2B5EF4-FFF2-40B4-BE49-F238E27FC236}">
                      <a16:creationId xmlns:a16="http://schemas.microsoft.com/office/drawing/2014/main" id="{BA846E21-A46E-3AB9-0FB4-44806E0C75ED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7350234" y="5207593"/>
                  <a:ext cx="1713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778" name="Ink 777">
                  <a:extLst>
                    <a:ext uri="{FF2B5EF4-FFF2-40B4-BE49-F238E27FC236}">
                      <a16:creationId xmlns:a16="http://schemas.microsoft.com/office/drawing/2014/main" id="{B2D061D2-0134-3A9C-3664-739F806169E8}"/>
                    </a:ext>
                  </a:extLst>
                </p14:cNvPr>
                <p14:cNvContentPartPr/>
                <p14:nvPr/>
              </p14:nvContentPartPr>
              <p14:xfrm>
                <a:off x="7658394" y="5187793"/>
                <a:ext cx="155160" cy="42120"/>
              </p14:xfrm>
            </p:contentPart>
          </mc:Choice>
          <mc:Fallback xmlns="">
            <p:pic>
              <p:nvPicPr>
                <p:cNvPr id="778" name="Ink 777">
                  <a:extLst>
                    <a:ext uri="{FF2B5EF4-FFF2-40B4-BE49-F238E27FC236}">
                      <a16:creationId xmlns:a16="http://schemas.microsoft.com/office/drawing/2014/main" id="{B2D061D2-0134-3A9C-3664-739F806169E8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7649373" y="5178715"/>
                  <a:ext cx="172841" cy="599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779" name="Ink 778">
                  <a:extLst>
                    <a:ext uri="{FF2B5EF4-FFF2-40B4-BE49-F238E27FC236}">
                      <a16:creationId xmlns:a16="http://schemas.microsoft.com/office/drawing/2014/main" id="{C3987D82-E551-892A-BED2-D1F7F74DAFFC}"/>
                    </a:ext>
                  </a:extLst>
                </p14:cNvPr>
                <p14:cNvContentPartPr/>
                <p14:nvPr/>
              </p14:nvContentPartPr>
              <p14:xfrm>
                <a:off x="7939914" y="5191033"/>
                <a:ext cx="132840" cy="4320"/>
              </p14:xfrm>
            </p:contentPart>
          </mc:Choice>
          <mc:Fallback xmlns="">
            <p:pic>
              <p:nvPicPr>
                <p:cNvPr id="779" name="Ink 778">
                  <a:extLst>
                    <a:ext uri="{FF2B5EF4-FFF2-40B4-BE49-F238E27FC236}">
                      <a16:creationId xmlns:a16="http://schemas.microsoft.com/office/drawing/2014/main" id="{C3987D82-E551-892A-BED2-D1F7F74DAFFC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7930914" y="5182033"/>
                  <a:ext cx="1504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780" name="Ink 779">
                  <a:extLst>
                    <a:ext uri="{FF2B5EF4-FFF2-40B4-BE49-F238E27FC236}">
                      <a16:creationId xmlns:a16="http://schemas.microsoft.com/office/drawing/2014/main" id="{19672607-E36C-9131-59C3-D78178BC2AC5}"/>
                    </a:ext>
                  </a:extLst>
                </p14:cNvPr>
                <p14:cNvContentPartPr/>
                <p14:nvPr/>
              </p14:nvContentPartPr>
              <p14:xfrm>
                <a:off x="8206674" y="5183113"/>
                <a:ext cx="142200" cy="19080"/>
              </p14:xfrm>
            </p:contentPart>
          </mc:Choice>
          <mc:Fallback xmlns="">
            <p:pic>
              <p:nvPicPr>
                <p:cNvPr id="780" name="Ink 779">
                  <a:extLst>
                    <a:ext uri="{FF2B5EF4-FFF2-40B4-BE49-F238E27FC236}">
                      <a16:creationId xmlns:a16="http://schemas.microsoft.com/office/drawing/2014/main" id="{19672607-E36C-9131-59C3-D78178BC2AC5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197674" y="5174113"/>
                  <a:ext cx="1598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781" name="Ink 780">
                  <a:extLst>
                    <a:ext uri="{FF2B5EF4-FFF2-40B4-BE49-F238E27FC236}">
                      <a16:creationId xmlns:a16="http://schemas.microsoft.com/office/drawing/2014/main" id="{899995D4-9F9F-7D9E-B74F-EC363D02D751}"/>
                    </a:ext>
                  </a:extLst>
                </p14:cNvPr>
                <p14:cNvContentPartPr/>
                <p14:nvPr/>
              </p14:nvContentPartPr>
              <p14:xfrm>
                <a:off x="8467314" y="5106793"/>
                <a:ext cx="127080" cy="50400"/>
              </p14:xfrm>
            </p:contentPart>
          </mc:Choice>
          <mc:Fallback xmlns="">
            <p:pic>
              <p:nvPicPr>
                <p:cNvPr id="781" name="Ink 780">
                  <a:extLst>
                    <a:ext uri="{FF2B5EF4-FFF2-40B4-BE49-F238E27FC236}">
                      <a16:creationId xmlns:a16="http://schemas.microsoft.com/office/drawing/2014/main" id="{899995D4-9F9F-7D9E-B74F-EC363D02D751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458314" y="5097793"/>
                  <a:ext cx="1447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782" name="Ink 781">
                  <a:extLst>
                    <a:ext uri="{FF2B5EF4-FFF2-40B4-BE49-F238E27FC236}">
                      <a16:creationId xmlns:a16="http://schemas.microsoft.com/office/drawing/2014/main" id="{913ADDE2-9498-631B-E87C-06D38A93C52C}"/>
                    </a:ext>
                  </a:extLst>
                </p14:cNvPr>
                <p14:cNvContentPartPr/>
                <p14:nvPr/>
              </p14:nvContentPartPr>
              <p14:xfrm>
                <a:off x="8626794" y="4923193"/>
                <a:ext cx="360" cy="101520"/>
              </p14:xfrm>
            </p:contentPart>
          </mc:Choice>
          <mc:Fallback xmlns="">
            <p:pic>
              <p:nvPicPr>
                <p:cNvPr id="782" name="Ink 781">
                  <a:extLst>
                    <a:ext uri="{FF2B5EF4-FFF2-40B4-BE49-F238E27FC236}">
                      <a16:creationId xmlns:a16="http://schemas.microsoft.com/office/drawing/2014/main" id="{913ADDE2-9498-631B-E87C-06D38A93C52C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8617794" y="4914193"/>
                  <a:ext cx="180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783" name="Ink 782">
                  <a:extLst>
                    <a:ext uri="{FF2B5EF4-FFF2-40B4-BE49-F238E27FC236}">
                      <a16:creationId xmlns:a16="http://schemas.microsoft.com/office/drawing/2014/main" id="{A067B6B9-E371-E6DA-725F-A14C25D3AD71}"/>
                    </a:ext>
                  </a:extLst>
                </p14:cNvPr>
                <p14:cNvContentPartPr/>
                <p14:nvPr/>
              </p14:nvContentPartPr>
              <p14:xfrm>
                <a:off x="8653794" y="4773793"/>
                <a:ext cx="30240" cy="68760"/>
              </p14:xfrm>
            </p:contentPart>
          </mc:Choice>
          <mc:Fallback xmlns="">
            <p:pic>
              <p:nvPicPr>
                <p:cNvPr id="783" name="Ink 782">
                  <a:extLst>
                    <a:ext uri="{FF2B5EF4-FFF2-40B4-BE49-F238E27FC236}">
                      <a16:creationId xmlns:a16="http://schemas.microsoft.com/office/drawing/2014/main" id="{A067B6B9-E371-E6DA-725F-A14C25D3AD71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8644794" y="4764793"/>
                  <a:ext cx="478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784" name="Ink 783">
                  <a:extLst>
                    <a:ext uri="{FF2B5EF4-FFF2-40B4-BE49-F238E27FC236}">
                      <a16:creationId xmlns:a16="http://schemas.microsoft.com/office/drawing/2014/main" id="{1AE19C2D-3301-0158-65FB-2C64D5555006}"/>
                    </a:ext>
                  </a:extLst>
                </p14:cNvPr>
                <p14:cNvContentPartPr/>
                <p14:nvPr/>
              </p14:nvContentPartPr>
              <p14:xfrm>
                <a:off x="8766474" y="4738873"/>
                <a:ext cx="99360" cy="360"/>
              </p14:xfrm>
            </p:contentPart>
          </mc:Choice>
          <mc:Fallback xmlns="">
            <p:pic>
              <p:nvPicPr>
                <p:cNvPr id="784" name="Ink 783">
                  <a:extLst>
                    <a:ext uri="{FF2B5EF4-FFF2-40B4-BE49-F238E27FC236}">
                      <a16:creationId xmlns:a16="http://schemas.microsoft.com/office/drawing/2014/main" id="{1AE19C2D-3301-0158-65FB-2C64D5555006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8757474" y="4729873"/>
                  <a:ext cx="117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785" name="Ink 784">
                  <a:extLst>
                    <a:ext uri="{FF2B5EF4-FFF2-40B4-BE49-F238E27FC236}">
                      <a16:creationId xmlns:a16="http://schemas.microsoft.com/office/drawing/2014/main" id="{D4642B24-2897-2FB4-BD72-9B8D433B4C12}"/>
                    </a:ext>
                  </a:extLst>
                </p14:cNvPr>
                <p14:cNvContentPartPr/>
                <p14:nvPr/>
              </p14:nvContentPartPr>
              <p14:xfrm>
                <a:off x="8938194" y="4798273"/>
                <a:ext cx="81720" cy="4320"/>
              </p14:xfrm>
            </p:contentPart>
          </mc:Choice>
          <mc:Fallback xmlns="">
            <p:pic>
              <p:nvPicPr>
                <p:cNvPr id="785" name="Ink 784">
                  <a:extLst>
                    <a:ext uri="{FF2B5EF4-FFF2-40B4-BE49-F238E27FC236}">
                      <a16:creationId xmlns:a16="http://schemas.microsoft.com/office/drawing/2014/main" id="{D4642B24-2897-2FB4-BD72-9B8D433B4C12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8929194" y="4789273"/>
                  <a:ext cx="993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786" name="Ink 785">
                  <a:extLst>
                    <a:ext uri="{FF2B5EF4-FFF2-40B4-BE49-F238E27FC236}">
                      <a16:creationId xmlns:a16="http://schemas.microsoft.com/office/drawing/2014/main" id="{A2E64513-7D67-B1D2-1F40-E4E64ABDD9A7}"/>
                    </a:ext>
                  </a:extLst>
                </p14:cNvPr>
                <p14:cNvContentPartPr/>
                <p14:nvPr/>
              </p14:nvContentPartPr>
              <p14:xfrm>
                <a:off x="9136554" y="4838953"/>
                <a:ext cx="96480" cy="7200"/>
              </p14:xfrm>
            </p:contentPart>
          </mc:Choice>
          <mc:Fallback xmlns="">
            <p:pic>
              <p:nvPicPr>
                <p:cNvPr id="786" name="Ink 785">
                  <a:extLst>
                    <a:ext uri="{FF2B5EF4-FFF2-40B4-BE49-F238E27FC236}">
                      <a16:creationId xmlns:a16="http://schemas.microsoft.com/office/drawing/2014/main" id="{A2E64513-7D67-B1D2-1F40-E4E64ABDD9A7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9127554" y="4829953"/>
                  <a:ext cx="1141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787" name="Ink 786">
                  <a:extLst>
                    <a:ext uri="{FF2B5EF4-FFF2-40B4-BE49-F238E27FC236}">
                      <a16:creationId xmlns:a16="http://schemas.microsoft.com/office/drawing/2014/main" id="{9412DF9F-E6F4-F5EF-03C4-A1C8CFD85C49}"/>
                    </a:ext>
                  </a:extLst>
                </p14:cNvPr>
                <p14:cNvContentPartPr/>
                <p14:nvPr/>
              </p14:nvContentPartPr>
              <p14:xfrm>
                <a:off x="9372354" y="4820233"/>
                <a:ext cx="95400" cy="10440"/>
              </p14:xfrm>
            </p:contentPart>
          </mc:Choice>
          <mc:Fallback xmlns="">
            <p:pic>
              <p:nvPicPr>
                <p:cNvPr id="787" name="Ink 786">
                  <a:extLst>
                    <a:ext uri="{FF2B5EF4-FFF2-40B4-BE49-F238E27FC236}">
                      <a16:creationId xmlns:a16="http://schemas.microsoft.com/office/drawing/2014/main" id="{9412DF9F-E6F4-F5EF-03C4-A1C8CFD85C49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9363354" y="4811233"/>
                  <a:ext cx="1130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788" name="Ink 787">
                  <a:extLst>
                    <a:ext uri="{FF2B5EF4-FFF2-40B4-BE49-F238E27FC236}">
                      <a16:creationId xmlns:a16="http://schemas.microsoft.com/office/drawing/2014/main" id="{C5B63D39-E0A3-9E4B-1FFC-A7AD301675FB}"/>
                    </a:ext>
                  </a:extLst>
                </p14:cNvPr>
                <p14:cNvContentPartPr/>
                <p14:nvPr/>
              </p14:nvContentPartPr>
              <p14:xfrm>
                <a:off x="9564594" y="4816273"/>
                <a:ext cx="114480" cy="23040"/>
              </p14:xfrm>
            </p:contentPart>
          </mc:Choice>
          <mc:Fallback xmlns="">
            <p:pic>
              <p:nvPicPr>
                <p:cNvPr id="788" name="Ink 787">
                  <a:extLst>
                    <a:ext uri="{FF2B5EF4-FFF2-40B4-BE49-F238E27FC236}">
                      <a16:creationId xmlns:a16="http://schemas.microsoft.com/office/drawing/2014/main" id="{C5B63D39-E0A3-9E4B-1FFC-A7AD301675FB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9555594" y="4807273"/>
                  <a:ext cx="1321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789" name="Ink 788">
                  <a:extLst>
                    <a:ext uri="{FF2B5EF4-FFF2-40B4-BE49-F238E27FC236}">
                      <a16:creationId xmlns:a16="http://schemas.microsoft.com/office/drawing/2014/main" id="{C3CE9339-D806-FB11-A74C-651901897EC8}"/>
                    </a:ext>
                  </a:extLst>
                </p14:cNvPr>
                <p14:cNvContentPartPr/>
                <p14:nvPr/>
              </p14:nvContentPartPr>
              <p14:xfrm>
                <a:off x="9735954" y="4843993"/>
                <a:ext cx="66600" cy="19080"/>
              </p14:xfrm>
            </p:contentPart>
          </mc:Choice>
          <mc:Fallback xmlns="">
            <p:pic>
              <p:nvPicPr>
                <p:cNvPr id="789" name="Ink 788">
                  <a:extLst>
                    <a:ext uri="{FF2B5EF4-FFF2-40B4-BE49-F238E27FC236}">
                      <a16:creationId xmlns:a16="http://schemas.microsoft.com/office/drawing/2014/main" id="{C3CE9339-D806-FB11-A74C-651901897EC8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9726954" y="4834993"/>
                  <a:ext cx="842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790" name="Ink 789">
                  <a:extLst>
                    <a:ext uri="{FF2B5EF4-FFF2-40B4-BE49-F238E27FC236}">
                      <a16:creationId xmlns:a16="http://schemas.microsoft.com/office/drawing/2014/main" id="{1FEC1EEC-5F10-71EF-C5F8-93B3B29A4507}"/>
                    </a:ext>
                  </a:extLst>
                </p14:cNvPr>
                <p14:cNvContentPartPr/>
                <p14:nvPr/>
              </p14:nvContentPartPr>
              <p14:xfrm>
                <a:off x="9843954" y="4923913"/>
                <a:ext cx="46800" cy="61200"/>
              </p14:xfrm>
            </p:contentPart>
          </mc:Choice>
          <mc:Fallback xmlns="">
            <p:pic>
              <p:nvPicPr>
                <p:cNvPr id="790" name="Ink 789">
                  <a:extLst>
                    <a:ext uri="{FF2B5EF4-FFF2-40B4-BE49-F238E27FC236}">
                      <a16:creationId xmlns:a16="http://schemas.microsoft.com/office/drawing/2014/main" id="{1FEC1EEC-5F10-71EF-C5F8-93B3B29A4507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9834954" y="4914913"/>
                  <a:ext cx="644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791" name="Ink 790">
                  <a:extLst>
                    <a:ext uri="{FF2B5EF4-FFF2-40B4-BE49-F238E27FC236}">
                      <a16:creationId xmlns:a16="http://schemas.microsoft.com/office/drawing/2014/main" id="{87892F02-E508-9227-551D-9B289347442E}"/>
                    </a:ext>
                  </a:extLst>
                </p14:cNvPr>
                <p14:cNvContentPartPr/>
                <p14:nvPr/>
              </p14:nvContentPartPr>
              <p14:xfrm>
                <a:off x="9929274" y="5032273"/>
                <a:ext cx="95400" cy="47160"/>
              </p14:xfrm>
            </p:contentPart>
          </mc:Choice>
          <mc:Fallback xmlns="">
            <p:pic>
              <p:nvPicPr>
                <p:cNvPr id="791" name="Ink 790">
                  <a:extLst>
                    <a:ext uri="{FF2B5EF4-FFF2-40B4-BE49-F238E27FC236}">
                      <a16:creationId xmlns:a16="http://schemas.microsoft.com/office/drawing/2014/main" id="{87892F02-E508-9227-551D-9B289347442E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9920274" y="5023204"/>
                  <a:ext cx="113040" cy="649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792" name="Ink 791">
                  <a:extLst>
                    <a:ext uri="{FF2B5EF4-FFF2-40B4-BE49-F238E27FC236}">
                      <a16:creationId xmlns:a16="http://schemas.microsoft.com/office/drawing/2014/main" id="{A3D6A22A-DF8F-A737-4D79-1236FEEF8761}"/>
                    </a:ext>
                  </a:extLst>
                </p14:cNvPr>
                <p14:cNvContentPartPr/>
                <p14:nvPr/>
              </p14:nvContentPartPr>
              <p14:xfrm>
                <a:off x="10128354" y="5083033"/>
                <a:ext cx="100440" cy="360"/>
              </p14:xfrm>
            </p:contentPart>
          </mc:Choice>
          <mc:Fallback xmlns="">
            <p:pic>
              <p:nvPicPr>
                <p:cNvPr id="792" name="Ink 791">
                  <a:extLst>
                    <a:ext uri="{FF2B5EF4-FFF2-40B4-BE49-F238E27FC236}">
                      <a16:creationId xmlns:a16="http://schemas.microsoft.com/office/drawing/2014/main" id="{A3D6A22A-DF8F-A737-4D79-1236FEEF8761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119354" y="5074033"/>
                  <a:ext cx="118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793" name="Ink 792">
                  <a:extLst>
                    <a:ext uri="{FF2B5EF4-FFF2-40B4-BE49-F238E27FC236}">
                      <a16:creationId xmlns:a16="http://schemas.microsoft.com/office/drawing/2014/main" id="{B9EE5403-F0EA-DD2A-171D-F2F0DE2C0861}"/>
                    </a:ext>
                  </a:extLst>
                </p14:cNvPr>
                <p14:cNvContentPartPr/>
                <p14:nvPr/>
              </p14:nvContentPartPr>
              <p14:xfrm>
                <a:off x="10319874" y="5067913"/>
                <a:ext cx="86760" cy="7200"/>
              </p14:xfrm>
            </p:contentPart>
          </mc:Choice>
          <mc:Fallback xmlns="">
            <p:pic>
              <p:nvPicPr>
                <p:cNvPr id="793" name="Ink 792">
                  <a:extLst>
                    <a:ext uri="{FF2B5EF4-FFF2-40B4-BE49-F238E27FC236}">
                      <a16:creationId xmlns:a16="http://schemas.microsoft.com/office/drawing/2014/main" id="{B9EE5403-F0EA-DD2A-171D-F2F0DE2C0861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0310874" y="5058913"/>
                  <a:ext cx="1044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794" name="Ink 793">
                  <a:extLst>
                    <a:ext uri="{FF2B5EF4-FFF2-40B4-BE49-F238E27FC236}">
                      <a16:creationId xmlns:a16="http://schemas.microsoft.com/office/drawing/2014/main" id="{7F278AC5-6085-9E72-35F2-07902168CB48}"/>
                    </a:ext>
                  </a:extLst>
                </p14:cNvPr>
                <p14:cNvContentPartPr/>
                <p14:nvPr/>
              </p14:nvContentPartPr>
              <p14:xfrm>
                <a:off x="10505994" y="5045233"/>
                <a:ext cx="66600" cy="16560"/>
              </p14:xfrm>
            </p:contentPart>
          </mc:Choice>
          <mc:Fallback xmlns="">
            <p:pic>
              <p:nvPicPr>
                <p:cNvPr id="794" name="Ink 793">
                  <a:extLst>
                    <a:ext uri="{FF2B5EF4-FFF2-40B4-BE49-F238E27FC236}">
                      <a16:creationId xmlns:a16="http://schemas.microsoft.com/office/drawing/2014/main" id="{7F278AC5-6085-9E72-35F2-07902168CB48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0496994" y="5036233"/>
                  <a:ext cx="842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795" name="Ink 794">
                  <a:extLst>
                    <a:ext uri="{FF2B5EF4-FFF2-40B4-BE49-F238E27FC236}">
                      <a16:creationId xmlns:a16="http://schemas.microsoft.com/office/drawing/2014/main" id="{4F07C4BA-E753-0322-77EA-C0CA655EF9AA}"/>
                    </a:ext>
                  </a:extLst>
                </p14:cNvPr>
                <p14:cNvContentPartPr/>
                <p14:nvPr/>
              </p14:nvContentPartPr>
              <p14:xfrm>
                <a:off x="10640994" y="4910233"/>
                <a:ext cx="3240" cy="89640"/>
              </p14:xfrm>
            </p:contentPart>
          </mc:Choice>
          <mc:Fallback xmlns="">
            <p:pic>
              <p:nvPicPr>
                <p:cNvPr id="795" name="Ink 794">
                  <a:extLst>
                    <a:ext uri="{FF2B5EF4-FFF2-40B4-BE49-F238E27FC236}">
                      <a16:creationId xmlns:a16="http://schemas.microsoft.com/office/drawing/2014/main" id="{4F07C4BA-E753-0322-77EA-C0CA655EF9AA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0632894" y="4901233"/>
                  <a:ext cx="19116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796" name="Ink 795">
                  <a:extLst>
                    <a:ext uri="{FF2B5EF4-FFF2-40B4-BE49-F238E27FC236}">
                      <a16:creationId xmlns:a16="http://schemas.microsoft.com/office/drawing/2014/main" id="{5289235C-F6EC-8C7A-5CFF-F19797087329}"/>
                    </a:ext>
                  </a:extLst>
                </p14:cNvPr>
                <p14:cNvContentPartPr/>
                <p14:nvPr/>
              </p14:nvContentPartPr>
              <p14:xfrm>
                <a:off x="10633074" y="4721953"/>
                <a:ext cx="360" cy="91440"/>
              </p14:xfrm>
            </p:contentPart>
          </mc:Choice>
          <mc:Fallback xmlns="">
            <p:pic>
              <p:nvPicPr>
                <p:cNvPr id="796" name="Ink 795">
                  <a:extLst>
                    <a:ext uri="{FF2B5EF4-FFF2-40B4-BE49-F238E27FC236}">
                      <a16:creationId xmlns:a16="http://schemas.microsoft.com/office/drawing/2014/main" id="{5289235C-F6EC-8C7A-5CFF-F19797087329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0624074" y="4712953"/>
                  <a:ext cx="180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797" name="Ink 796">
                  <a:extLst>
                    <a:ext uri="{FF2B5EF4-FFF2-40B4-BE49-F238E27FC236}">
                      <a16:creationId xmlns:a16="http://schemas.microsoft.com/office/drawing/2014/main" id="{A2BC205D-6CD5-6AF4-44AF-ADE5E5478E96}"/>
                    </a:ext>
                  </a:extLst>
                </p14:cNvPr>
                <p14:cNvContentPartPr/>
                <p14:nvPr/>
              </p14:nvContentPartPr>
              <p14:xfrm>
                <a:off x="10578354" y="4597033"/>
                <a:ext cx="16200" cy="63720"/>
              </p14:xfrm>
            </p:contentPart>
          </mc:Choice>
          <mc:Fallback xmlns="">
            <p:pic>
              <p:nvPicPr>
                <p:cNvPr id="797" name="Ink 796">
                  <a:extLst>
                    <a:ext uri="{FF2B5EF4-FFF2-40B4-BE49-F238E27FC236}">
                      <a16:creationId xmlns:a16="http://schemas.microsoft.com/office/drawing/2014/main" id="{A2BC205D-6CD5-6AF4-44AF-ADE5E5478E96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569354" y="4588033"/>
                  <a:ext cx="338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798" name="Ink 797">
                  <a:extLst>
                    <a:ext uri="{FF2B5EF4-FFF2-40B4-BE49-F238E27FC236}">
                      <a16:creationId xmlns:a16="http://schemas.microsoft.com/office/drawing/2014/main" id="{810DE027-05C0-3AE4-2969-6751CCDBF30F}"/>
                    </a:ext>
                  </a:extLst>
                </p14:cNvPr>
                <p14:cNvContentPartPr/>
                <p14:nvPr/>
              </p14:nvContentPartPr>
              <p14:xfrm>
                <a:off x="10546314" y="4446553"/>
                <a:ext cx="5040" cy="74520"/>
              </p14:xfrm>
            </p:contentPart>
          </mc:Choice>
          <mc:Fallback xmlns="">
            <p:pic>
              <p:nvPicPr>
                <p:cNvPr id="798" name="Ink 797">
                  <a:extLst>
                    <a:ext uri="{FF2B5EF4-FFF2-40B4-BE49-F238E27FC236}">
                      <a16:creationId xmlns:a16="http://schemas.microsoft.com/office/drawing/2014/main" id="{810DE027-05C0-3AE4-2969-6751CCDBF30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537314" y="4437596"/>
                  <a:ext cx="22680" cy="9207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9" name="Group 798">
            <a:extLst>
              <a:ext uri="{FF2B5EF4-FFF2-40B4-BE49-F238E27FC236}">
                <a16:creationId xmlns:a16="http://schemas.microsoft.com/office/drawing/2014/main" id="{216CC140-1198-5125-FF37-5CE8D5306F7B}"/>
              </a:ext>
            </a:extLst>
          </p:cNvPr>
          <p:cNvGrpSpPr/>
          <p:nvPr/>
        </p:nvGrpSpPr>
        <p:grpSpPr>
          <a:xfrm>
            <a:off x="10108554" y="4198873"/>
            <a:ext cx="398880" cy="127080"/>
            <a:chOff x="10108554" y="4198873"/>
            <a:chExt cx="398880" cy="12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800" name="Ink 799">
                  <a:extLst>
                    <a:ext uri="{FF2B5EF4-FFF2-40B4-BE49-F238E27FC236}">
                      <a16:creationId xmlns:a16="http://schemas.microsoft.com/office/drawing/2014/main" id="{C1EF2798-C5DF-5C44-37BB-CCE86925672C}"/>
                    </a:ext>
                  </a:extLst>
                </p14:cNvPr>
                <p14:cNvContentPartPr/>
                <p14:nvPr/>
              </p14:nvContentPartPr>
              <p14:xfrm>
                <a:off x="10423914" y="4299673"/>
                <a:ext cx="83520" cy="26280"/>
              </p14:xfrm>
            </p:contentPart>
          </mc:Choice>
          <mc:Fallback xmlns="">
            <p:pic>
              <p:nvPicPr>
                <p:cNvPr id="800" name="Ink 799">
                  <a:extLst>
                    <a:ext uri="{FF2B5EF4-FFF2-40B4-BE49-F238E27FC236}">
                      <a16:creationId xmlns:a16="http://schemas.microsoft.com/office/drawing/2014/main" id="{C1EF2798-C5DF-5C44-37BB-CCE86925672C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414953" y="4290795"/>
                  <a:ext cx="101084" cy="436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801" name="Ink 800">
                  <a:extLst>
                    <a:ext uri="{FF2B5EF4-FFF2-40B4-BE49-F238E27FC236}">
                      <a16:creationId xmlns:a16="http://schemas.microsoft.com/office/drawing/2014/main" id="{33733BD7-CA3C-4782-2E45-1421B9DC6A20}"/>
                    </a:ext>
                  </a:extLst>
                </p14:cNvPr>
                <p14:cNvContentPartPr/>
                <p14:nvPr/>
              </p14:nvContentPartPr>
              <p14:xfrm>
                <a:off x="10249314" y="4287793"/>
                <a:ext cx="106560" cy="9360"/>
              </p14:xfrm>
            </p:contentPart>
          </mc:Choice>
          <mc:Fallback xmlns="">
            <p:pic>
              <p:nvPicPr>
                <p:cNvPr id="801" name="Ink 800">
                  <a:extLst>
                    <a:ext uri="{FF2B5EF4-FFF2-40B4-BE49-F238E27FC236}">
                      <a16:creationId xmlns:a16="http://schemas.microsoft.com/office/drawing/2014/main" id="{33733BD7-CA3C-4782-2E45-1421B9DC6A20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0240283" y="4278793"/>
                  <a:ext cx="1242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802" name="Ink 801">
                  <a:extLst>
                    <a:ext uri="{FF2B5EF4-FFF2-40B4-BE49-F238E27FC236}">
                      <a16:creationId xmlns:a16="http://schemas.microsoft.com/office/drawing/2014/main" id="{1B256B2F-9373-67EA-3A10-E6F425512E5B}"/>
                    </a:ext>
                  </a:extLst>
                </p14:cNvPr>
                <p14:cNvContentPartPr/>
                <p14:nvPr/>
              </p14:nvContentPartPr>
              <p14:xfrm>
                <a:off x="10108554" y="4198873"/>
                <a:ext cx="80640" cy="50040"/>
              </p14:xfrm>
            </p:contentPart>
          </mc:Choice>
          <mc:Fallback xmlns="">
            <p:pic>
              <p:nvPicPr>
                <p:cNvPr id="802" name="Ink 801">
                  <a:extLst>
                    <a:ext uri="{FF2B5EF4-FFF2-40B4-BE49-F238E27FC236}">
                      <a16:creationId xmlns:a16="http://schemas.microsoft.com/office/drawing/2014/main" id="{1B256B2F-9373-67EA-3A10-E6F425512E5B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0099554" y="4189873"/>
                  <a:ext cx="9828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3" name="Group 802">
            <a:extLst>
              <a:ext uri="{FF2B5EF4-FFF2-40B4-BE49-F238E27FC236}">
                <a16:creationId xmlns:a16="http://schemas.microsoft.com/office/drawing/2014/main" id="{6446FD2F-CE7D-C3A3-8F62-FCC25DCB00DD}"/>
              </a:ext>
            </a:extLst>
          </p:cNvPr>
          <p:cNvGrpSpPr/>
          <p:nvPr/>
        </p:nvGrpSpPr>
        <p:grpSpPr>
          <a:xfrm>
            <a:off x="10071114" y="3860833"/>
            <a:ext cx="939960" cy="232200"/>
            <a:chOff x="10071114" y="3860833"/>
            <a:chExt cx="939960" cy="23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804" name="Ink 803">
                  <a:extLst>
                    <a:ext uri="{FF2B5EF4-FFF2-40B4-BE49-F238E27FC236}">
                      <a16:creationId xmlns:a16="http://schemas.microsoft.com/office/drawing/2014/main" id="{F30094BB-5D6F-9F31-94BF-18105709B3F4}"/>
                    </a:ext>
                  </a:extLst>
                </p14:cNvPr>
                <p14:cNvContentPartPr/>
                <p14:nvPr/>
              </p14:nvContentPartPr>
              <p14:xfrm>
                <a:off x="10071114" y="4017433"/>
                <a:ext cx="30240" cy="75600"/>
              </p14:xfrm>
            </p:contentPart>
          </mc:Choice>
          <mc:Fallback xmlns="">
            <p:pic>
              <p:nvPicPr>
                <p:cNvPr id="804" name="Ink 803">
                  <a:extLst>
                    <a:ext uri="{FF2B5EF4-FFF2-40B4-BE49-F238E27FC236}">
                      <a16:creationId xmlns:a16="http://schemas.microsoft.com/office/drawing/2014/main" id="{F30094BB-5D6F-9F31-94BF-18105709B3F4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0062114" y="4008476"/>
                  <a:ext cx="47880" cy="931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805" name="Ink 804">
                  <a:extLst>
                    <a:ext uri="{FF2B5EF4-FFF2-40B4-BE49-F238E27FC236}">
                      <a16:creationId xmlns:a16="http://schemas.microsoft.com/office/drawing/2014/main" id="{1F89D7D4-9F87-B82A-EE79-F829DA2A4BB9}"/>
                    </a:ext>
                  </a:extLst>
                </p14:cNvPr>
                <p14:cNvContentPartPr/>
                <p14:nvPr/>
              </p14:nvContentPartPr>
              <p14:xfrm>
                <a:off x="10181994" y="3950113"/>
                <a:ext cx="79560" cy="20880"/>
              </p14:xfrm>
            </p:contentPart>
          </mc:Choice>
          <mc:Fallback xmlns="">
            <p:pic>
              <p:nvPicPr>
                <p:cNvPr id="805" name="Ink 804">
                  <a:extLst>
                    <a:ext uri="{FF2B5EF4-FFF2-40B4-BE49-F238E27FC236}">
                      <a16:creationId xmlns:a16="http://schemas.microsoft.com/office/drawing/2014/main" id="{1F89D7D4-9F87-B82A-EE79-F829DA2A4BB9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0172994" y="3941113"/>
                  <a:ext cx="972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806" name="Ink 805">
                  <a:extLst>
                    <a:ext uri="{FF2B5EF4-FFF2-40B4-BE49-F238E27FC236}">
                      <a16:creationId xmlns:a16="http://schemas.microsoft.com/office/drawing/2014/main" id="{2E87C8F9-6221-1DC6-8CED-E94921A42C2B}"/>
                    </a:ext>
                  </a:extLst>
                </p14:cNvPr>
                <p14:cNvContentPartPr/>
                <p14:nvPr/>
              </p14:nvContentPartPr>
              <p14:xfrm>
                <a:off x="10396194" y="3954793"/>
                <a:ext cx="112320" cy="4320"/>
              </p14:xfrm>
            </p:contentPart>
          </mc:Choice>
          <mc:Fallback xmlns="">
            <p:pic>
              <p:nvPicPr>
                <p:cNvPr id="806" name="Ink 805">
                  <a:extLst>
                    <a:ext uri="{FF2B5EF4-FFF2-40B4-BE49-F238E27FC236}">
                      <a16:creationId xmlns:a16="http://schemas.microsoft.com/office/drawing/2014/main" id="{2E87C8F9-6221-1DC6-8CED-E94921A42C2B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0387194" y="3945793"/>
                  <a:ext cx="1299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807" name="Ink 806">
                  <a:extLst>
                    <a:ext uri="{FF2B5EF4-FFF2-40B4-BE49-F238E27FC236}">
                      <a16:creationId xmlns:a16="http://schemas.microsoft.com/office/drawing/2014/main" id="{5C84910D-DB91-F6ED-3F8F-40B17F310D0E}"/>
                    </a:ext>
                  </a:extLst>
                </p14:cNvPr>
                <p14:cNvContentPartPr/>
                <p14:nvPr/>
              </p14:nvContentPartPr>
              <p14:xfrm>
                <a:off x="10625154" y="3924193"/>
                <a:ext cx="155880" cy="24120"/>
              </p14:xfrm>
            </p:contentPart>
          </mc:Choice>
          <mc:Fallback xmlns="">
            <p:pic>
              <p:nvPicPr>
                <p:cNvPr id="807" name="Ink 806">
                  <a:extLst>
                    <a:ext uri="{FF2B5EF4-FFF2-40B4-BE49-F238E27FC236}">
                      <a16:creationId xmlns:a16="http://schemas.microsoft.com/office/drawing/2014/main" id="{5C84910D-DB91-F6ED-3F8F-40B17F310D0E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0616175" y="3915193"/>
                  <a:ext cx="173479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808" name="Ink 807">
                  <a:extLst>
                    <a:ext uri="{FF2B5EF4-FFF2-40B4-BE49-F238E27FC236}">
                      <a16:creationId xmlns:a16="http://schemas.microsoft.com/office/drawing/2014/main" id="{9044FDCC-E66D-3250-E44A-0CFF79392A90}"/>
                    </a:ext>
                  </a:extLst>
                </p14:cNvPr>
                <p14:cNvContentPartPr/>
                <p14:nvPr/>
              </p14:nvContentPartPr>
              <p14:xfrm>
                <a:off x="10900554" y="3860833"/>
                <a:ext cx="110520" cy="50040"/>
              </p14:xfrm>
            </p:contentPart>
          </mc:Choice>
          <mc:Fallback xmlns="">
            <p:pic>
              <p:nvPicPr>
                <p:cNvPr id="808" name="Ink 807">
                  <a:extLst>
                    <a:ext uri="{FF2B5EF4-FFF2-40B4-BE49-F238E27FC236}">
                      <a16:creationId xmlns:a16="http://schemas.microsoft.com/office/drawing/2014/main" id="{9044FDCC-E66D-3250-E44A-0CFF79392A90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0891525" y="3851833"/>
                  <a:ext cx="128218" cy="6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4">
            <p14:nvContentPartPr>
              <p14:cNvPr id="809" name="Ink 808">
                <a:extLst>
                  <a:ext uri="{FF2B5EF4-FFF2-40B4-BE49-F238E27FC236}">
                    <a16:creationId xmlns:a16="http://schemas.microsoft.com/office/drawing/2014/main" id="{B3347F72-9AC7-BF43-3FD1-8205364C236D}"/>
                  </a:ext>
                </a:extLst>
              </p14:cNvPr>
              <p14:cNvContentPartPr/>
              <p14:nvPr/>
            </p14:nvContentPartPr>
            <p14:xfrm>
              <a:off x="11046354" y="3703153"/>
              <a:ext cx="11160" cy="95400"/>
            </p14:xfrm>
          </p:contentPart>
        </mc:Choice>
        <mc:Fallback xmlns="">
          <p:pic>
            <p:nvPicPr>
              <p:cNvPr id="809" name="Ink 808">
                <a:extLst>
                  <a:ext uri="{FF2B5EF4-FFF2-40B4-BE49-F238E27FC236}">
                    <a16:creationId xmlns:a16="http://schemas.microsoft.com/office/drawing/2014/main" id="{B3347F72-9AC7-BF43-3FD1-8205364C236D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11037635" y="3694153"/>
                <a:ext cx="28249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6">
            <p14:nvContentPartPr>
              <p14:cNvPr id="810" name="Ink 809">
                <a:extLst>
                  <a:ext uri="{FF2B5EF4-FFF2-40B4-BE49-F238E27FC236}">
                    <a16:creationId xmlns:a16="http://schemas.microsoft.com/office/drawing/2014/main" id="{6D8AC23B-521C-A27C-3F26-93AD38160E22}"/>
                  </a:ext>
                </a:extLst>
              </p14:cNvPr>
              <p14:cNvContentPartPr/>
              <p14:nvPr/>
            </p14:nvContentPartPr>
            <p14:xfrm>
              <a:off x="11046354" y="3509833"/>
              <a:ext cx="11160" cy="95400"/>
            </p14:xfrm>
          </p:contentPart>
        </mc:Choice>
        <mc:Fallback xmlns="">
          <p:pic>
            <p:nvPicPr>
              <p:cNvPr id="810" name="Ink 809">
                <a:extLst>
                  <a:ext uri="{FF2B5EF4-FFF2-40B4-BE49-F238E27FC236}">
                    <a16:creationId xmlns:a16="http://schemas.microsoft.com/office/drawing/2014/main" id="{6D8AC23B-521C-A27C-3F26-93AD38160E22}"/>
                  </a:ext>
                </a:extLst>
              </p:cNvPr>
              <p:cNvPicPr/>
              <p:nvPr/>
            </p:nvPicPr>
            <p:blipFill>
              <a:blip r:embed="rId437"/>
              <a:stretch>
                <a:fillRect/>
              </a:stretch>
            </p:blipFill>
            <p:spPr>
              <a:xfrm>
                <a:off x="11037635" y="3500833"/>
                <a:ext cx="28249" cy="11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811" name="Group 810">
            <a:extLst>
              <a:ext uri="{FF2B5EF4-FFF2-40B4-BE49-F238E27FC236}">
                <a16:creationId xmlns:a16="http://schemas.microsoft.com/office/drawing/2014/main" id="{DFCD53E9-6105-271E-4816-B7BF458CD9B6}"/>
              </a:ext>
            </a:extLst>
          </p:cNvPr>
          <p:cNvGrpSpPr/>
          <p:nvPr/>
        </p:nvGrpSpPr>
        <p:grpSpPr>
          <a:xfrm>
            <a:off x="9975714" y="3211753"/>
            <a:ext cx="1034280" cy="235080"/>
            <a:chOff x="9975714" y="3211753"/>
            <a:chExt cx="1034280" cy="2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812" name="Ink 811">
                  <a:extLst>
                    <a:ext uri="{FF2B5EF4-FFF2-40B4-BE49-F238E27FC236}">
                      <a16:creationId xmlns:a16="http://schemas.microsoft.com/office/drawing/2014/main" id="{594108D7-79C4-65E7-98AA-461819A4638D}"/>
                    </a:ext>
                  </a:extLst>
                </p14:cNvPr>
                <p14:cNvContentPartPr/>
                <p14:nvPr/>
              </p14:nvContentPartPr>
              <p14:xfrm>
                <a:off x="10972914" y="3397873"/>
                <a:ext cx="37080" cy="48960"/>
              </p14:xfrm>
            </p:contentPart>
          </mc:Choice>
          <mc:Fallback xmlns="">
            <p:pic>
              <p:nvPicPr>
                <p:cNvPr id="812" name="Ink 811">
                  <a:extLst>
                    <a:ext uri="{FF2B5EF4-FFF2-40B4-BE49-F238E27FC236}">
                      <a16:creationId xmlns:a16="http://schemas.microsoft.com/office/drawing/2014/main" id="{594108D7-79C4-65E7-98AA-461819A4638D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0963914" y="3388873"/>
                  <a:ext cx="547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813" name="Ink 812">
                  <a:extLst>
                    <a:ext uri="{FF2B5EF4-FFF2-40B4-BE49-F238E27FC236}">
                      <a16:creationId xmlns:a16="http://schemas.microsoft.com/office/drawing/2014/main" id="{6F4836C6-89E5-F86B-5031-B946C39BBFDA}"/>
                    </a:ext>
                  </a:extLst>
                </p14:cNvPr>
                <p14:cNvContentPartPr/>
                <p14:nvPr/>
              </p14:nvContentPartPr>
              <p14:xfrm>
                <a:off x="10741074" y="3388873"/>
                <a:ext cx="158040" cy="7560"/>
              </p14:xfrm>
            </p:contentPart>
          </mc:Choice>
          <mc:Fallback xmlns="">
            <p:pic>
              <p:nvPicPr>
                <p:cNvPr id="813" name="Ink 812">
                  <a:extLst>
                    <a:ext uri="{FF2B5EF4-FFF2-40B4-BE49-F238E27FC236}">
                      <a16:creationId xmlns:a16="http://schemas.microsoft.com/office/drawing/2014/main" id="{6F4836C6-89E5-F86B-5031-B946C39BBFDA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0732074" y="3379873"/>
                  <a:ext cx="1756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814" name="Ink 813">
                  <a:extLst>
                    <a:ext uri="{FF2B5EF4-FFF2-40B4-BE49-F238E27FC236}">
                      <a16:creationId xmlns:a16="http://schemas.microsoft.com/office/drawing/2014/main" id="{A06F2065-BA4D-9E50-6B9F-E0E2DE1C1ECC}"/>
                    </a:ext>
                  </a:extLst>
                </p14:cNvPr>
                <p14:cNvContentPartPr/>
                <p14:nvPr/>
              </p14:nvContentPartPr>
              <p14:xfrm>
                <a:off x="10525074" y="3398953"/>
                <a:ext cx="132120" cy="19080"/>
              </p14:xfrm>
            </p:contentPart>
          </mc:Choice>
          <mc:Fallback xmlns="">
            <p:pic>
              <p:nvPicPr>
                <p:cNvPr id="814" name="Ink 813">
                  <a:extLst>
                    <a:ext uri="{FF2B5EF4-FFF2-40B4-BE49-F238E27FC236}">
                      <a16:creationId xmlns:a16="http://schemas.microsoft.com/office/drawing/2014/main" id="{A06F2065-BA4D-9E50-6B9F-E0E2DE1C1ECC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0516049" y="3390120"/>
                  <a:ext cx="149808" cy="363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815" name="Ink 814">
                  <a:extLst>
                    <a:ext uri="{FF2B5EF4-FFF2-40B4-BE49-F238E27FC236}">
                      <a16:creationId xmlns:a16="http://schemas.microsoft.com/office/drawing/2014/main" id="{8CE042D4-F5DF-F0BC-DC9A-C86F0A577D6C}"/>
                    </a:ext>
                  </a:extLst>
                </p14:cNvPr>
                <p14:cNvContentPartPr/>
                <p14:nvPr/>
              </p14:nvContentPartPr>
              <p14:xfrm>
                <a:off x="10357314" y="3371233"/>
                <a:ext cx="121320" cy="10440"/>
              </p14:xfrm>
            </p:contentPart>
          </mc:Choice>
          <mc:Fallback xmlns="">
            <p:pic>
              <p:nvPicPr>
                <p:cNvPr id="815" name="Ink 814">
                  <a:extLst>
                    <a:ext uri="{FF2B5EF4-FFF2-40B4-BE49-F238E27FC236}">
                      <a16:creationId xmlns:a16="http://schemas.microsoft.com/office/drawing/2014/main" id="{8CE042D4-F5DF-F0BC-DC9A-C86F0A577D6C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0348314" y="3362233"/>
                  <a:ext cx="1389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816" name="Ink 815">
                  <a:extLst>
                    <a:ext uri="{FF2B5EF4-FFF2-40B4-BE49-F238E27FC236}">
                      <a16:creationId xmlns:a16="http://schemas.microsoft.com/office/drawing/2014/main" id="{A85C5596-78F0-B5A2-590C-F4770EDDFF5C}"/>
                    </a:ext>
                  </a:extLst>
                </p14:cNvPr>
                <p14:cNvContentPartPr/>
                <p14:nvPr/>
              </p14:nvContentPartPr>
              <p14:xfrm>
                <a:off x="10188114" y="3380953"/>
                <a:ext cx="119160" cy="33120"/>
              </p14:xfrm>
            </p:contentPart>
          </mc:Choice>
          <mc:Fallback xmlns="">
            <p:pic>
              <p:nvPicPr>
                <p:cNvPr id="816" name="Ink 815">
                  <a:extLst>
                    <a:ext uri="{FF2B5EF4-FFF2-40B4-BE49-F238E27FC236}">
                      <a16:creationId xmlns:a16="http://schemas.microsoft.com/office/drawing/2014/main" id="{A85C5596-78F0-B5A2-590C-F4770EDDFF5C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0179114" y="3371953"/>
                  <a:ext cx="1368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817" name="Ink 816">
                  <a:extLst>
                    <a:ext uri="{FF2B5EF4-FFF2-40B4-BE49-F238E27FC236}">
                      <a16:creationId xmlns:a16="http://schemas.microsoft.com/office/drawing/2014/main" id="{BDF0A463-91CF-C2DF-A866-C523D49743E5}"/>
                    </a:ext>
                  </a:extLst>
                </p14:cNvPr>
                <p14:cNvContentPartPr/>
                <p14:nvPr/>
              </p14:nvContentPartPr>
              <p14:xfrm>
                <a:off x="10018554" y="3391033"/>
                <a:ext cx="98640" cy="19440"/>
              </p14:xfrm>
            </p:contentPart>
          </mc:Choice>
          <mc:Fallback xmlns="">
            <p:pic>
              <p:nvPicPr>
                <p:cNvPr id="817" name="Ink 816">
                  <a:extLst>
                    <a:ext uri="{FF2B5EF4-FFF2-40B4-BE49-F238E27FC236}">
                      <a16:creationId xmlns:a16="http://schemas.microsoft.com/office/drawing/2014/main" id="{BDF0A463-91CF-C2DF-A866-C523D49743E5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0009554" y="3382197"/>
                  <a:ext cx="116280" cy="367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818" name="Ink 817">
                  <a:extLst>
                    <a:ext uri="{FF2B5EF4-FFF2-40B4-BE49-F238E27FC236}">
                      <a16:creationId xmlns:a16="http://schemas.microsoft.com/office/drawing/2014/main" id="{D54BEE42-F2A2-A9D4-F705-686B2C89D5D4}"/>
                    </a:ext>
                  </a:extLst>
                </p14:cNvPr>
                <p14:cNvContentPartPr/>
                <p14:nvPr/>
              </p14:nvContentPartPr>
              <p14:xfrm>
                <a:off x="9975714" y="3211753"/>
                <a:ext cx="43920" cy="106920"/>
              </p14:xfrm>
            </p:contentPart>
          </mc:Choice>
          <mc:Fallback xmlns="">
            <p:pic>
              <p:nvPicPr>
                <p:cNvPr id="818" name="Ink 817">
                  <a:extLst>
                    <a:ext uri="{FF2B5EF4-FFF2-40B4-BE49-F238E27FC236}">
                      <a16:creationId xmlns:a16="http://schemas.microsoft.com/office/drawing/2014/main" id="{D54BEE42-F2A2-A9D4-F705-686B2C89D5D4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9966714" y="3202753"/>
                  <a:ext cx="61560" cy="12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2">
            <p14:nvContentPartPr>
              <p14:cNvPr id="819" name="Ink 818">
                <a:extLst>
                  <a:ext uri="{FF2B5EF4-FFF2-40B4-BE49-F238E27FC236}">
                    <a16:creationId xmlns:a16="http://schemas.microsoft.com/office/drawing/2014/main" id="{68C98D2D-D390-FEC9-F038-42006CBDD6CF}"/>
                  </a:ext>
                </a:extLst>
              </p14:cNvPr>
              <p14:cNvContentPartPr/>
              <p14:nvPr/>
            </p14:nvContentPartPr>
            <p14:xfrm>
              <a:off x="9967794" y="2992513"/>
              <a:ext cx="23040" cy="133200"/>
            </p14:xfrm>
          </p:contentPart>
        </mc:Choice>
        <mc:Fallback xmlns="">
          <p:pic>
            <p:nvPicPr>
              <p:cNvPr id="819" name="Ink 818">
                <a:extLst>
                  <a:ext uri="{FF2B5EF4-FFF2-40B4-BE49-F238E27FC236}">
                    <a16:creationId xmlns:a16="http://schemas.microsoft.com/office/drawing/2014/main" id="{68C98D2D-D390-FEC9-F038-42006CBDD6CF}"/>
                  </a:ext>
                </a:extLst>
              </p:cNvPr>
              <p:cNvPicPr/>
              <p:nvPr/>
            </p:nvPicPr>
            <p:blipFill>
              <a:blip r:embed="rId453"/>
              <a:stretch>
                <a:fillRect/>
              </a:stretch>
            </p:blipFill>
            <p:spPr>
              <a:xfrm>
                <a:off x="9958794" y="2983489"/>
                <a:ext cx="40680" cy="150888"/>
              </a:xfrm>
              <a:prstGeom prst="rect">
                <a:avLst/>
              </a:prstGeom>
            </p:spPr>
          </p:pic>
        </mc:Fallback>
      </mc:AlternateContent>
      <p:grpSp>
        <p:nvGrpSpPr>
          <p:cNvPr id="820" name="Group 819">
            <a:extLst>
              <a:ext uri="{FF2B5EF4-FFF2-40B4-BE49-F238E27FC236}">
                <a16:creationId xmlns:a16="http://schemas.microsoft.com/office/drawing/2014/main" id="{A6614F79-0E68-6805-C4BB-F6863B4757FD}"/>
              </a:ext>
            </a:extLst>
          </p:cNvPr>
          <p:cNvGrpSpPr/>
          <p:nvPr/>
        </p:nvGrpSpPr>
        <p:grpSpPr>
          <a:xfrm>
            <a:off x="9724074" y="2737273"/>
            <a:ext cx="239400" cy="137880"/>
            <a:chOff x="9724074" y="2737273"/>
            <a:chExt cx="239400" cy="13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821" name="Ink 820">
                  <a:extLst>
                    <a:ext uri="{FF2B5EF4-FFF2-40B4-BE49-F238E27FC236}">
                      <a16:creationId xmlns:a16="http://schemas.microsoft.com/office/drawing/2014/main" id="{3D812A38-C197-5B50-2814-F78F204874CA}"/>
                    </a:ext>
                  </a:extLst>
                </p14:cNvPr>
                <p14:cNvContentPartPr/>
                <p14:nvPr/>
              </p14:nvContentPartPr>
              <p14:xfrm>
                <a:off x="9920274" y="2801353"/>
                <a:ext cx="43200" cy="73800"/>
              </p14:xfrm>
            </p:contentPart>
          </mc:Choice>
          <mc:Fallback xmlns="">
            <p:pic>
              <p:nvPicPr>
                <p:cNvPr id="821" name="Ink 820">
                  <a:extLst>
                    <a:ext uri="{FF2B5EF4-FFF2-40B4-BE49-F238E27FC236}">
                      <a16:creationId xmlns:a16="http://schemas.microsoft.com/office/drawing/2014/main" id="{3D812A38-C197-5B50-2814-F78F204874CA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9911198" y="2792353"/>
                  <a:ext cx="60988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822" name="Ink 821">
                  <a:extLst>
                    <a:ext uri="{FF2B5EF4-FFF2-40B4-BE49-F238E27FC236}">
                      <a16:creationId xmlns:a16="http://schemas.microsoft.com/office/drawing/2014/main" id="{5CD388F1-BF86-A459-4A69-678BC628AD65}"/>
                    </a:ext>
                  </a:extLst>
                </p14:cNvPr>
                <p14:cNvContentPartPr/>
                <p14:nvPr/>
              </p14:nvContentPartPr>
              <p14:xfrm>
                <a:off x="9724074" y="2737273"/>
                <a:ext cx="118440" cy="23400"/>
              </p14:xfrm>
            </p:contentPart>
          </mc:Choice>
          <mc:Fallback xmlns="">
            <p:pic>
              <p:nvPicPr>
                <p:cNvPr id="822" name="Ink 821">
                  <a:extLst>
                    <a:ext uri="{FF2B5EF4-FFF2-40B4-BE49-F238E27FC236}">
                      <a16:creationId xmlns:a16="http://schemas.microsoft.com/office/drawing/2014/main" id="{5CD388F1-BF86-A459-4A69-678BC628AD65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9715047" y="2728273"/>
                  <a:ext cx="136134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3" name="Group 822">
            <a:extLst>
              <a:ext uri="{FF2B5EF4-FFF2-40B4-BE49-F238E27FC236}">
                <a16:creationId xmlns:a16="http://schemas.microsoft.com/office/drawing/2014/main" id="{C9B5FE9A-6B28-FC95-8AF3-02C833F38C4C}"/>
              </a:ext>
            </a:extLst>
          </p:cNvPr>
          <p:cNvGrpSpPr/>
          <p:nvPr/>
        </p:nvGrpSpPr>
        <p:grpSpPr>
          <a:xfrm>
            <a:off x="8233674" y="2861833"/>
            <a:ext cx="1442880" cy="677160"/>
            <a:chOff x="8233674" y="2861833"/>
            <a:chExt cx="1442880" cy="67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824" name="Ink 823">
                  <a:extLst>
                    <a:ext uri="{FF2B5EF4-FFF2-40B4-BE49-F238E27FC236}">
                      <a16:creationId xmlns:a16="http://schemas.microsoft.com/office/drawing/2014/main" id="{C9BB61FE-CBE3-AD00-1FB4-5A0633E30505}"/>
                    </a:ext>
                  </a:extLst>
                </p14:cNvPr>
                <p14:cNvContentPartPr/>
                <p14:nvPr/>
              </p14:nvContentPartPr>
              <p14:xfrm>
                <a:off x="9609954" y="2861833"/>
                <a:ext cx="66600" cy="155880"/>
              </p14:xfrm>
            </p:contentPart>
          </mc:Choice>
          <mc:Fallback xmlns="">
            <p:pic>
              <p:nvPicPr>
                <p:cNvPr id="824" name="Ink 823">
                  <a:extLst>
                    <a:ext uri="{FF2B5EF4-FFF2-40B4-BE49-F238E27FC236}">
                      <a16:creationId xmlns:a16="http://schemas.microsoft.com/office/drawing/2014/main" id="{C9BB61FE-CBE3-AD00-1FB4-5A0633E30505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9600954" y="2852833"/>
                  <a:ext cx="842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825" name="Ink 824">
                  <a:extLst>
                    <a:ext uri="{FF2B5EF4-FFF2-40B4-BE49-F238E27FC236}">
                      <a16:creationId xmlns:a16="http://schemas.microsoft.com/office/drawing/2014/main" id="{47DF2DDF-964C-6BAF-1EA0-CE540C9B1D52}"/>
                    </a:ext>
                  </a:extLst>
                </p14:cNvPr>
                <p14:cNvContentPartPr/>
                <p14:nvPr/>
              </p14:nvContentPartPr>
              <p14:xfrm>
                <a:off x="9521034" y="3072793"/>
                <a:ext cx="70560" cy="87480"/>
              </p14:xfrm>
            </p:contentPart>
          </mc:Choice>
          <mc:Fallback xmlns="">
            <p:pic>
              <p:nvPicPr>
                <p:cNvPr id="825" name="Ink 824">
                  <a:extLst>
                    <a:ext uri="{FF2B5EF4-FFF2-40B4-BE49-F238E27FC236}">
                      <a16:creationId xmlns:a16="http://schemas.microsoft.com/office/drawing/2014/main" id="{47DF2DDF-964C-6BAF-1EA0-CE540C9B1D52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9512080" y="3063793"/>
                  <a:ext cx="8811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826" name="Ink 825">
                  <a:extLst>
                    <a:ext uri="{FF2B5EF4-FFF2-40B4-BE49-F238E27FC236}">
                      <a16:creationId xmlns:a16="http://schemas.microsoft.com/office/drawing/2014/main" id="{481B2706-FDAC-3E4D-7916-4596C4E8000A}"/>
                    </a:ext>
                  </a:extLst>
                </p14:cNvPr>
                <p14:cNvContentPartPr/>
                <p14:nvPr/>
              </p14:nvContentPartPr>
              <p14:xfrm>
                <a:off x="9286674" y="3143353"/>
                <a:ext cx="156240" cy="81360"/>
              </p14:xfrm>
            </p:contentPart>
          </mc:Choice>
          <mc:Fallback xmlns="">
            <p:pic>
              <p:nvPicPr>
                <p:cNvPr id="826" name="Ink 825">
                  <a:extLst>
                    <a:ext uri="{FF2B5EF4-FFF2-40B4-BE49-F238E27FC236}">
                      <a16:creationId xmlns:a16="http://schemas.microsoft.com/office/drawing/2014/main" id="{481B2706-FDAC-3E4D-7916-4596C4E8000A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9277674" y="3134353"/>
                  <a:ext cx="1738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827" name="Ink 826">
                  <a:extLst>
                    <a:ext uri="{FF2B5EF4-FFF2-40B4-BE49-F238E27FC236}">
                      <a16:creationId xmlns:a16="http://schemas.microsoft.com/office/drawing/2014/main" id="{3EF82A33-DFB4-E4B6-2721-BFD8180915A1}"/>
                    </a:ext>
                  </a:extLst>
                </p14:cNvPr>
                <p14:cNvContentPartPr/>
                <p14:nvPr/>
              </p14:nvContentPartPr>
              <p14:xfrm>
                <a:off x="9003354" y="3211753"/>
                <a:ext cx="196560" cy="58680"/>
              </p14:xfrm>
            </p:contentPart>
          </mc:Choice>
          <mc:Fallback xmlns="">
            <p:pic>
              <p:nvPicPr>
                <p:cNvPr id="827" name="Ink 826">
                  <a:extLst>
                    <a:ext uri="{FF2B5EF4-FFF2-40B4-BE49-F238E27FC236}">
                      <a16:creationId xmlns:a16="http://schemas.microsoft.com/office/drawing/2014/main" id="{3EF82A33-DFB4-E4B6-2721-BFD8180915A1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994354" y="3202753"/>
                  <a:ext cx="2142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828" name="Ink 827">
                  <a:extLst>
                    <a:ext uri="{FF2B5EF4-FFF2-40B4-BE49-F238E27FC236}">
                      <a16:creationId xmlns:a16="http://schemas.microsoft.com/office/drawing/2014/main" id="{A36149F1-4393-0C07-8AA0-31E25D071205}"/>
                    </a:ext>
                  </a:extLst>
                </p14:cNvPr>
                <p14:cNvContentPartPr/>
                <p14:nvPr/>
              </p14:nvContentPartPr>
              <p14:xfrm>
                <a:off x="8856834" y="3304633"/>
                <a:ext cx="58680" cy="159120"/>
              </p14:xfrm>
            </p:contentPart>
          </mc:Choice>
          <mc:Fallback xmlns="">
            <p:pic>
              <p:nvPicPr>
                <p:cNvPr id="828" name="Ink 827">
                  <a:extLst>
                    <a:ext uri="{FF2B5EF4-FFF2-40B4-BE49-F238E27FC236}">
                      <a16:creationId xmlns:a16="http://schemas.microsoft.com/office/drawing/2014/main" id="{A36149F1-4393-0C07-8AA0-31E25D071205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847889" y="3295613"/>
                  <a:ext cx="76212" cy="17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829" name="Ink 828">
                  <a:extLst>
                    <a:ext uri="{FF2B5EF4-FFF2-40B4-BE49-F238E27FC236}">
                      <a16:creationId xmlns:a16="http://schemas.microsoft.com/office/drawing/2014/main" id="{E9BC0E99-901F-1042-34A1-FFAC2CCABEA9}"/>
                    </a:ext>
                  </a:extLst>
                </p14:cNvPr>
                <p14:cNvContentPartPr/>
                <p14:nvPr/>
              </p14:nvContentPartPr>
              <p14:xfrm>
                <a:off x="8669634" y="3456553"/>
                <a:ext cx="136080" cy="71640"/>
              </p14:xfrm>
            </p:contentPart>
          </mc:Choice>
          <mc:Fallback xmlns="">
            <p:pic>
              <p:nvPicPr>
                <p:cNvPr id="829" name="Ink 828">
                  <a:extLst>
                    <a:ext uri="{FF2B5EF4-FFF2-40B4-BE49-F238E27FC236}">
                      <a16:creationId xmlns:a16="http://schemas.microsoft.com/office/drawing/2014/main" id="{E9BC0E99-901F-1042-34A1-FFAC2CCABEA9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8660634" y="3447553"/>
                  <a:ext cx="1537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830" name="Ink 829">
                  <a:extLst>
                    <a:ext uri="{FF2B5EF4-FFF2-40B4-BE49-F238E27FC236}">
                      <a16:creationId xmlns:a16="http://schemas.microsoft.com/office/drawing/2014/main" id="{58CA0AE6-9BA9-5B1B-8116-C01D8991196D}"/>
                    </a:ext>
                  </a:extLst>
                </p14:cNvPr>
                <p14:cNvContentPartPr/>
                <p14:nvPr/>
              </p14:nvContentPartPr>
              <p14:xfrm>
                <a:off x="8427714" y="3482113"/>
                <a:ext cx="138240" cy="44640"/>
              </p14:xfrm>
            </p:contentPart>
          </mc:Choice>
          <mc:Fallback xmlns="">
            <p:pic>
              <p:nvPicPr>
                <p:cNvPr id="830" name="Ink 829">
                  <a:extLst>
                    <a:ext uri="{FF2B5EF4-FFF2-40B4-BE49-F238E27FC236}">
                      <a16:creationId xmlns:a16="http://schemas.microsoft.com/office/drawing/2014/main" id="{58CA0AE6-9BA9-5B1B-8116-C01D8991196D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8418714" y="3473113"/>
                  <a:ext cx="1558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831" name="Ink 830">
                  <a:extLst>
                    <a:ext uri="{FF2B5EF4-FFF2-40B4-BE49-F238E27FC236}">
                      <a16:creationId xmlns:a16="http://schemas.microsoft.com/office/drawing/2014/main" id="{36B83ECD-79BE-BCAA-E5DD-44A94A4E03AB}"/>
                    </a:ext>
                  </a:extLst>
                </p14:cNvPr>
                <p14:cNvContentPartPr/>
                <p14:nvPr/>
              </p14:nvContentPartPr>
              <p14:xfrm>
                <a:off x="8233674" y="3474193"/>
                <a:ext cx="118080" cy="64800"/>
              </p14:xfrm>
            </p:contentPart>
          </mc:Choice>
          <mc:Fallback xmlns="">
            <p:pic>
              <p:nvPicPr>
                <p:cNvPr id="831" name="Ink 830">
                  <a:extLst>
                    <a:ext uri="{FF2B5EF4-FFF2-40B4-BE49-F238E27FC236}">
                      <a16:creationId xmlns:a16="http://schemas.microsoft.com/office/drawing/2014/main" id="{36B83ECD-79BE-BCAA-E5DD-44A94A4E03AB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224674" y="3465193"/>
                  <a:ext cx="13572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2" name="Group 831">
            <a:extLst>
              <a:ext uri="{FF2B5EF4-FFF2-40B4-BE49-F238E27FC236}">
                <a16:creationId xmlns:a16="http://schemas.microsoft.com/office/drawing/2014/main" id="{F8522D6A-C49B-1112-05A8-FED7B3993CFF}"/>
              </a:ext>
            </a:extLst>
          </p:cNvPr>
          <p:cNvGrpSpPr/>
          <p:nvPr/>
        </p:nvGrpSpPr>
        <p:grpSpPr>
          <a:xfrm>
            <a:off x="8178954" y="3628993"/>
            <a:ext cx="33840" cy="332280"/>
            <a:chOff x="8178954" y="3628993"/>
            <a:chExt cx="33840" cy="33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833" name="Ink 832">
                  <a:extLst>
                    <a:ext uri="{FF2B5EF4-FFF2-40B4-BE49-F238E27FC236}">
                      <a16:creationId xmlns:a16="http://schemas.microsoft.com/office/drawing/2014/main" id="{8C112648-50D9-CFDE-EF5F-8CC83CA5360A}"/>
                    </a:ext>
                  </a:extLst>
                </p14:cNvPr>
                <p14:cNvContentPartPr/>
                <p14:nvPr/>
              </p14:nvContentPartPr>
              <p14:xfrm>
                <a:off x="8181834" y="3628993"/>
                <a:ext cx="30960" cy="181440"/>
              </p14:xfrm>
            </p:contentPart>
          </mc:Choice>
          <mc:Fallback xmlns="">
            <p:pic>
              <p:nvPicPr>
                <p:cNvPr id="833" name="Ink 832">
                  <a:extLst>
                    <a:ext uri="{FF2B5EF4-FFF2-40B4-BE49-F238E27FC236}">
                      <a16:creationId xmlns:a16="http://schemas.microsoft.com/office/drawing/2014/main" id="{8C112648-50D9-CFDE-EF5F-8CC83CA5360A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8172937" y="3619993"/>
                  <a:ext cx="48397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834" name="Ink 833">
                  <a:extLst>
                    <a:ext uri="{FF2B5EF4-FFF2-40B4-BE49-F238E27FC236}">
                      <a16:creationId xmlns:a16="http://schemas.microsoft.com/office/drawing/2014/main" id="{926E45D1-924E-A30E-8A9F-B05F90145832}"/>
                    </a:ext>
                  </a:extLst>
                </p14:cNvPr>
                <p14:cNvContentPartPr/>
                <p14:nvPr/>
              </p14:nvContentPartPr>
              <p14:xfrm>
                <a:off x="8178954" y="3846793"/>
                <a:ext cx="16200" cy="114480"/>
              </p14:xfrm>
            </p:contentPart>
          </mc:Choice>
          <mc:Fallback xmlns="">
            <p:pic>
              <p:nvPicPr>
                <p:cNvPr id="834" name="Ink 833">
                  <a:extLst>
                    <a:ext uri="{FF2B5EF4-FFF2-40B4-BE49-F238E27FC236}">
                      <a16:creationId xmlns:a16="http://schemas.microsoft.com/office/drawing/2014/main" id="{926E45D1-924E-A30E-8A9F-B05F90145832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8169954" y="3837765"/>
                  <a:ext cx="33840" cy="132176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8">
            <p14:nvContentPartPr>
              <p14:cNvPr id="835" name="Ink 834">
                <a:extLst>
                  <a:ext uri="{FF2B5EF4-FFF2-40B4-BE49-F238E27FC236}">
                    <a16:creationId xmlns:a16="http://schemas.microsoft.com/office/drawing/2014/main" id="{8CF5C24A-6FCC-DE4A-A69A-248547D9B374}"/>
                  </a:ext>
                </a:extLst>
              </p14:cNvPr>
              <p14:cNvContentPartPr/>
              <p14:nvPr/>
            </p14:nvContentPartPr>
            <p14:xfrm>
              <a:off x="8185794" y="4062073"/>
              <a:ext cx="39960" cy="138960"/>
            </p14:xfrm>
          </p:contentPart>
        </mc:Choice>
        <mc:Fallback xmlns="">
          <p:pic>
            <p:nvPicPr>
              <p:cNvPr id="835" name="Ink 834">
                <a:extLst>
                  <a:ext uri="{FF2B5EF4-FFF2-40B4-BE49-F238E27FC236}">
                    <a16:creationId xmlns:a16="http://schemas.microsoft.com/office/drawing/2014/main" id="{8CF5C24A-6FCC-DE4A-A69A-248547D9B374}"/>
                  </a:ext>
                </a:extLst>
              </p:cNvPr>
              <p:cNvPicPr/>
              <p:nvPr/>
            </p:nvPicPr>
            <p:blipFill>
              <a:blip r:embed="rId479"/>
              <a:stretch>
                <a:fillRect/>
              </a:stretch>
            </p:blipFill>
            <p:spPr>
              <a:xfrm>
                <a:off x="8176874" y="4053096"/>
                <a:ext cx="57443" cy="1565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0">
            <p14:nvContentPartPr>
              <p14:cNvPr id="836" name="Ink 835">
                <a:extLst>
                  <a:ext uri="{FF2B5EF4-FFF2-40B4-BE49-F238E27FC236}">
                    <a16:creationId xmlns:a16="http://schemas.microsoft.com/office/drawing/2014/main" id="{D6FB523B-7E3C-8392-F233-2FB1EBA22CE7}"/>
                  </a:ext>
                </a:extLst>
              </p14:cNvPr>
              <p14:cNvContentPartPr/>
              <p14:nvPr/>
            </p14:nvContentPartPr>
            <p14:xfrm>
              <a:off x="8109474" y="4267273"/>
              <a:ext cx="66600" cy="57960"/>
            </p14:xfrm>
          </p:contentPart>
        </mc:Choice>
        <mc:Fallback xmlns="">
          <p:pic>
            <p:nvPicPr>
              <p:cNvPr id="836" name="Ink 835">
                <a:extLst>
                  <a:ext uri="{FF2B5EF4-FFF2-40B4-BE49-F238E27FC236}">
                    <a16:creationId xmlns:a16="http://schemas.microsoft.com/office/drawing/2014/main" id="{D6FB523B-7E3C-8392-F233-2FB1EBA22CE7}"/>
                  </a:ext>
                </a:extLst>
              </p:cNvPr>
              <p:cNvPicPr/>
              <p:nvPr/>
            </p:nvPicPr>
            <p:blipFill>
              <a:blip r:embed="rId481"/>
              <a:stretch>
                <a:fillRect/>
              </a:stretch>
            </p:blipFill>
            <p:spPr>
              <a:xfrm>
                <a:off x="8100522" y="4258273"/>
                <a:ext cx="84145" cy="7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37" name="Group 836">
            <a:extLst>
              <a:ext uri="{FF2B5EF4-FFF2-40B4-BE49-F238E27FC236}">
                <a16:creationId xmlns:a16="http://schemas.microsoft.com/office/drawing/2014/main" id="{02EB7EFE-465B-C94F-1DFA-EBBD3622719B}"/>
              </a:ext>
            </a:extLst>
          </p:cNvPr>
          <p:cNvGrpSpPr/>
          <p:nvPr/>
        </p:nvGrpSpPr>
        <p:grpSpPr>
          <a:xfrm>
            <a:off x="7112274" y="4188793"/>
            <a:ext cx="913320" cy="165960"/>
            <a:chOff x="7112274" y="4188793"/>
            <a:chExt cx="913320" cy="16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838" name="Ink 837">
                  <a:extLst>
                    <a:ext uri="{FF2B5EF4-FFF2-40B4-BE49-F238E27FC236}">
                      <a16:creationId xmlns:a16="http://schemas.microsoft.com/office/drawing/2014/main" id="{ED05B0D3-0E27-6B3D-8C42-9249D24DE500}"/>
                    </a:ext>
                  </a:extLst>
                </p14:cNvPr>
                <p14:cNvContentPartPr/>
                <p14:nvPr/>
              </p14:nvContentPartPr>
              <p14:xfrm>
                <a:off x="7924794" y="4343593"/>
                <a:ext cx="100800" cy="11160"/>
              </p14:xfrm>
            </p:contentPart>
          </mc:Choice>
          <mc:Fallback xmlns="">
            <p:pic>
              <p:nvPicPr>
                <p:cNvPr id="838" name="Ink 837">
                  <a:extLst>
                    <a:ext uri="{FF2B5EF4-FFF2-40B4-BE49-F238E27FC236}">
                      <a16:creationId xmlns:a16="http://schemas.microsoft.com/office/drawing/2014/main" id="{ED05B0D3-0E27-6B3D-8C42-9249D24DE500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7915794" y="4334593"/>
                  <a:ext cx="1184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839" name="Ink 838">
                  <a:extLst>
                    <a:ext uri="{FF2B5EF4-FFF2-40B4-BE49-F238E27FC236}">
                      <a16:creationId xmlns:a16="http://schemas.microsoft.com/office/drawing/2014/main" id="{70DA64BD-3E52-A777-2152-B9D85AC8AEC6}"/>
                    </a:ext>
                  </a:extLst>
                </p14:cNvPr>
                <p14:cNvContentPartPr/>
                <p14:nvPr/>
              </p14:nvContentPartPr>
              <p14:xfrm>
                <a:off x="7696194" y="4344313"/>
                <a:ext cx="112320" cy="5760"/>
              </p14:xfrm>
            </p:contentPart>
          </mc:Choice>
          <mc:Fallback xmlns="">
            <p:pic>
              <p:nvPicPr>
                <p:cNvPr id="839" name="Ink 838">
                  <a:extLst>
                    <a:ext uri="{FF2B5EF4-FFF2-40B4-BE49-F238E27FC236}">
                      <a16:creationId xmlns:a16="http://schemas.microsoft.com/office/drawing/2014/main" id="{70DA64BD-3E52-A777-2152-B9D85AC8AEC6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7687194" y="4335313"/>
                  <a:ext cx="1299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840" name="Ink 839">
                  <a:extLst>
                    <a:ext uri="{FF2B5EF4-FFF2-40B4-BE49-F238E27FC236}">
                      <a16:creationId xmlns:a16="http://schemas.microsoft.com/office/drawing/2014/main" id="{3AF3454C-4C4F-DB60-8089-D0E22B53818A}"/>
                    </a:ext>
                  </a:extLst>
                </p14:cNvPr>
                <p14:cNvContentPartPr/>
                <p14:nvPr/>
              </p14:nvContentPartPr>
              <p14:xfrm>
                <a:off x="7475874" y="4317673"/>
                <a:ext cx="170280" cy="16200"/>
              </p14:xfrm>
            </p:contentPart>
          </mc:Choice>
          <mc:Fallback xmlns="">
            <p:pic>
              <p:nvPicPr>
                <p:cNvPr id="840" name="Ink 839">
                  <a:extLst>
                    <a:ext uri="{FF2B5EF4-FFF2-40B4-BE49-F238E27FC236}">
                      <a16:creationId xmlns:a16="http://schemas.microsoft.com/office/drawing/2014/main" id="{3AF3454C-4C4F-DB60-8089-D0E22B53818A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7466874" y="4308673"/>
                  <a:ext cx="1879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841" name="Ink 840">
                  <a:extLst>
                    <a:ext uri="{FF2B5EF4-FFF2-40B4-BE49-F238E27FC236}">
                      <a16:creationId xmlns:a16="http://schemas.microsoft.com/office/drawing/2014/main" id="{A23DCCD2-7047-3FC8-E5B1-859521AB874C}"/>
                    </a:ext>
                  </a:extLst>
                </p14:cNvPr>
                <p14:cNvContentPartPr/>
                <p14:nvPr/>
              </p14:nvContentPartPr>
              <p14:xfrm>
                <a:off x="7232154" y="4257193"/>
                <a:ext cx="171000" cy="56520"/>
              </p14:xfrm>
            </p:contentPart>
          </mc:Choice>
          <mc:Fallback xmlns="">
            <p:pic>
              <p:nvPicPr>
                <p:cNvPr id="841" name="Ink 840">
                  <a:extLst>
                    <a:ext uri="{FF2B5EF4-FFF2-40B4-BE49-F238E27FC236}">
                      <a16:creationId xmlns:a16="http://schemas.microsoft.com/office/drawing/2014/main" id="{A23DCCD2-7047-3FC8-E5B1-859521AB874C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7223135" y="4248193"/>
                  <a:ext cx="188677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842" name="Ink 841">
                  <a:extLst>
                    <a:ext uri="{FF2B5EF4-FFF2-40B4-BE49-F238E27FC236}">
                      <a16:creationId xmlns:a16="http://schemas.microsoft.com/office/drawing/2014/main" id="{A9C76D5F-C969-9A7B-D0C3-DCF7841CDD78}"/>
                    </a:ext>
                  </a:extLst>
                </p14:cNvPr>
                <p14:cNvContentPartPr/>
                <p14:nvPr/>
              </p14:nvContentPartPr>
              <p14:xfrm>
                <a:off x="7112274" y="4188793"/>
                <a:ext cx="69840" cy="47880"/>
              </p14:xfrm>
            </p:contentPart>
          </mc:Choice>
          <mc:Fallback xmlns="">
            <p:pic>
              <p:nvPicPr>
                <p:cNvPr id="842" name="Ink 841">
                  <a:extLst>
                    <a:ext uri="{FF2B5EF4-FFF2-40B4-BE49-F238E27FC236}">
                      <a16:creationId xmlns:a16="http://schemas.microsoft.com/office/drawing/2014/main" id="{A9C76D5F-C969-9A7B-D0C3-DCF7841CDD78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7103227" y="4179793"/>
                  <a:ext cx="87571" cy="65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2">
            <p14:nvContentPartPr>
              <p14:cNvPr id="843" name="Ink 842">
                <a:extLst>
                  <a:ext uri="{FF2B5EF4-FFF2-40B4-BE49-F238E27FC236}">
                    <a16:creationId xmlns:a16="http://schemas.microsoft.com/office/drawing/2014/main" id="{9FCBF6E3-74F7-4774-82DE-FD02C29AAD57}"/>
                  </a:ext>
                </a:extLst>
              </p14:cNvPr>
              <p14:cNvContentPartPr/>
              <p14:nvPr/>
            </p14:nvContentPartPr>
            <p14:xfrm>
              <a:off x="7087434" y="4048033"/>
              <a:ext cx="15120" cy="72720"/>
            </p14:xfrm>
          </p:contentPart>
        </mc:Choice>
        <mc:Fallback xmlns="">
          <p:pic>
            <p:nvPicPr>
              <p:cNvPr id="843" name="Ink 842">
                <a:extLst>
                  <a:ext uri="{FF2B5EF4-FFF2-40B4-BE49-F238E27FC236}">
                    <a16:creationId xmlns:a16="http://schemas.microsoft.com/office/drawing/2014/main" id="{9FCBF6E3-74F7-4774-82DE-FD02C29AAD57}"/>
                  </a:ext>
                </a:extLst>
              </p:cNvPr>
              <p:cNvPicPr/>
              <p:nvPr/>
            </p:nvPicPr>
            <p:blipFill>
              <a:blip r:embed="rId493"/>
              <a:stretch>
                <a:fillRect/>
              </a:stretch>
            </p:blipFill>
            <p:spPr>
              <a:xfrm>
                <a:off x="7078434" y="4039033"/>
                <a:ext cx="3276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4">
            <p14:nvContentPartPr>
              <p14:cNvPr id="844" name="Ink 843">
                <a:extLst>
                  <a:ext uri="{FF2B5EF4-FFF2-40B4-BE49-F238E27FC236}">
                    <a16:creationId xmlns:a16="http://schemas.microsoft.com/office/drawing/2014/main" id="{0D7E306F-D335-0B59-FB6C-EA5D698F72FC}"/>
                  </a:ext>
                </a:extLst>
              </p14:cNvPr>
              <p14:cNvContentPartPr/>
              <p14:nvPr/>
            </p14:nvContentPartPr>
            <p14:xfrm>
              <a:off x="7076994" y="3889273"/>
              <a:ext cx="9000" cy="83880"/>
            </p14:xfrm>
          </p:contentPart>
        </mc:Choice>
        <mc:Fallback xmlns="">
          <p:pic>
            <p:nvPicPr>
              <p:cNvPr id="844" name="Ink 843">
                <a:extLst>
                  <a:ext uri="{FF2B5EF4-FFF2-40B4-BE49-F238E27FC236}">
                    <a16:creationId xmlns:a16="http://schemas.microsoft.com/office/drawing/2014/main" id="{0D7E306F-D335-0B59-FB6C-EA5D698F72FC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7067994" y="3880234"/>
                <a:ext cx="26640" cy="101596"/>
              </a:xfrm>
              <a:prstGeom prst="rect">
                <a:avLst/>
              </a:prstGeom>
            </p:spPr>
          </p:pic>
        </mc:Fallback>
      </mc:AlternateContent>
      <p:grpSp>
        <p:nvGrpSpPr>
          <p:cNvPr id="845" name="Group 844">
            <a:extLst>
              <a:ext uri="{FF2B5EF4-FFF2-40B4-BE49-F238E27FC236}">
                <a16:creationId xmlns:a16="http://schemas.microsoft.com/office/drawing/2014/main" id="{387C1259-BAB1-71E3-543B-CE0F95F0BC98}"/>
              </a:ext>
            </a:extLst>
          </p:cNvPr>
          <p:cNvGrpSpPr/>
          <p:nvPr/>
        </p:nvGrpSpPr>
        <p:grpSpPr>
          <a:xfrm>
            <a:off x="6340074" y="3613873"/>
            <a:ext cx="728280" cy="188640"/>
            <a:chOff x="6340074" y="3613873"/>
            <a:chExt cx="728280" cy="18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846" name="Ink 845">
                  <a:extLst>
                    <a:ext uri="{FF2B5EF4-FFF2-40B4-BE49-F238E27FC236}">
                      <a16:creationId xmlns:a16="http://schemas.microsoft.com/office/drawing/2014/main" id="{94A0AAD1-8C8B-09D6-7D82-78D933870C91}"/>
                    </a:ext>
                  </a:extLst>
                </p14:cNvPr>
                <p14:cNvContentPartPr/>
                <p14:nvPr/>
              </p14:nvContentPartPr>
              <p14:xfrm>
                <a:off x="6963954" y="3741673"/>
                <a:ext cx="104400" cy="60840"/>
              </p14:xfrm>
            </p:contentPart>
          </mc:Choice>
          <mc:Fallback xmlns="">
            <p:pic>
              <p:nvPicPr>
                <p:cNvPr id="846" name="Ink 845">
                  <a:extLst>
                    <a:ext uri="{FF2B5EF4-FFF2-40B4-BE49-F238E27FC236}">
                      <a16:creationId xmlns:a16="http://schemas.microsoft.com/office/drawing/2014/main" id="{94A0AAD1-8C8B-09D6-7D82-78D933870C91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954954" y="3732673"/>
                  <a:ext cx="1220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847" name="Ink 846">
                  <a:extLst>
                    <a:ext uri="{FF2B5EF4-FFF2-40B4-BE49-F238E27FC236}">
                      <a16:creationId xmlns:a16="http://schemas.microsoft.com/office/drawing/2014/main" id="{E14EA53C-5887-3A15-CB38-D628826D270A}"/>
                    </a:ext>
                  </a:extLst>
                </p14:cNvPr>
                <p14:cNvContentPartPr/>
                <p14:nvPr/>
              </p14:nvContentPartPr>
              <p14:xfrm>
                <a:off x="6711954" y="3721153"/>
                <a:ext cx="163080" cy="5400"/>
              </p14:xfrm>
            </p:contentPart>
          </mc:Choice>
          <mc:Fallback xmlns="">
            <p:pic>
              <p:nvPicPr>
                <p:cNvPr id="847" name="Ink 846">
                  <a:extLst>
                    <a:ext uri="{FF2B5EF4-FFF2-40B4-BE49-F238E27FC236}">
                      <a16:creationId xmlns:a16="http://schemas.microsoft.com/office/drawing/2014/main" id="{E14EA53C-5887-3A15-CB38-D628826D270A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6702954" y="3712153"/>
                  <a:ext cx="1807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848" name="Ink 847">
                  <a:extLst>
                    <a:ext uri="{FF2B5EF4-FFF2-40B4-BE49-F238E27FC236}">
                      <a16:creationId xmlns:a16="http://schemas.microsoft.com/office/drawing/2014/main" id="{26BC9981-1894-2BA6-BFEE-1E2C8B695E0F}"/>
                    </a:ext>
                  </a:extLst>
                </p14:cNvPr>
                <p14:cNvContentPartPr/>
                <p14:nvPr/>
              </p14:nvContentPartPr>
              <p14:xfrm>
                <a:off x="6494874" y="3726913"/>
                <a:ext cx="113400" cy="20160"/>
              </p14:xfrm>
            </p:contentPart>
          </mc:Choice>
          <mc:Fallback xmlns="">
            <p:pic>
              <p:nvPicPr>
                <p:cNvPr id="848" name="Ink 847">
                  <a:extLst>
                    <a:ext uri="{FF2B5EF4-FFF2-40B4-BE49-F238E27FC236}">
                      <a16:creationId xmlns:a16="http://schemas.microsoft.com/office/drawing/2014/main" id="{26BC9981-1894-2BA6-BFEE-1E2C8B695E0F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6485874" y="3717913"/>
                  <a:ext cx="1310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849" name="Ink 848">
                  <a:extLst>
                    <a:ext uri="{FF2B5EF4-FFF2-40B4-BE49-F238E27FC236}">
                      <a16:creationId xmlns:a16="http://schemas.microsoft.com/office/drawing/2014/main" id="{5A42A456-BC7A-E864-45FD-E33187607C24}"/>
                    </a:ext>
                  </a:extLst>
                </p14:cNvPr>
                <p14:cNvContentPartPr/>
                <p14:nvPr/>
              </p14:nvContentPartPr>
              <p14:xfrm>
                <a:off x="6340074" y="3613873"/>
                <a:ext cx="67680" cy="63720"/>
              </p14:xfrm>
            </p:contentPart>
          </mc:Choice>
          <mc:Fallback xmlns="">
            <p:pic>
              <p:nvPicPr>
                <p:cNvPr id="849" name="Ink 848">
                  <a:extLst>
                    <a:ext uri="{FF2B5EF4-FFF2-40B4-BE49-F238E27FC236}">
                      <a16:creationId xmlns:a16="http://schemas.microsoft.com/office/drawing/2014/main" id="{5A42A456-BC7A-E864-45FD-E33187607C24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6331074" y="3604873"/>
                  <a:ext cx="85320" cy="8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4">
            <p14:nvContentPartPr>
              <p14:cNvPr id="850" name="Ink 849">
                <a:extLst>
                  <a:ext uri="{FF2B5EF4-FFF2-40B4-BE49-F238E27FC236}">
                    <a16:creationId xmlns:a16="http://schemas.microsoft.com/office/drawing/2014/main" id="{EAAA4139-04FF-733F-F1AD-C4448779019F}"/>
                  </a:ext>
                </a:extLst>
              </p14:cNvPr>
              <p14:cNvContentPartPr/>
              <p14:nvPr/>
            </p14:nvContentPartPr>
            <p14:xfrm>
              <a:off x="6288594" y="3439273"/>
              <a:ext cx="46800" cy="55080"/>
            </p14:xfrm>
          </p:contentPart>
        </mc:Choice>
        <mc:Fallback xmlns="">
          <p:pic>
            <p:nvPicPr>
              <p:cNvPr id="850" name="Ink 849">
                <a:extLst>
                  <a:ext uri="{FF2B5EF4-FFF2-40B4-BE49-F238E27FC236}">
                    <a16:creationId xmlns:a16="http://schemas.microsoft.com/office/drawing/2014/main" id="{EAAA4139-04FF-733F-F1AD-C4448779019F}"/>
                  </a:ext>
                </a:extLst>
              </p:cNvPr>
              <p:cNvPicPr/>
              <p:nvPr/>
            </p:nvPicPr>
            <p:blipFill>
              <a:blip r:embed="rId505"/>
              <a:stretch>
                <a:fillRect/>
              </a:stretch>
            </p:blipFill>
            <p:spPr>
              <a:xfrm>
                <a:off x="6279594" y="3430273"/>
                <a:ext cx="64440" cy="7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51" name="Group 850">
            <a:extLst>
              <a:ext uri="{FF2B5EF4-FFF2-40B4-BE49-F238E27FC236}">
                <a16:creationId xmlns:a16="http://schemas.microsoft.com/office/drawing/2014/main" id="{8B5E7C13-B051-593F-EFC4-D06AB4B50CA6}"/>
              </a:ext>
            </a:extLst>
          </p:cNvPr>
          <p:cNvGrpSpPr/>
          <p:nvPr/>
        </p:nvGrpSpPr>
        <p:grpSpPr>
          <a:xfrm>
            <a:off x="5557074" y="3275833"/>
            <a:ext cx="711000" cy="72720"/>
            <a:chOff x="5557074" y="3275833"/>
            <a:chExt cx="711000" cy="7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852" name="Ink 851">
                  <a:extLst>
                    <a:ext uri="{FF2B5EF4-FFF2-40B4-BE49-F238E27FC236}">
                      <a16:creationId xmlns:a16="http://schemas.microsoft.com/office/drawing/2014/main" id="{4B5DAC47-08D5-C6DE-EF09-C3C4C1E75FAA}"/>
                    </a:ext>
                  </a:extLst>
                </p14:cNvPr>
                <p14:cNvContentPartPr/>
                <p14:nvPr/>
              </p14:nvContentPartPr>
              <p14:xfrm>
                <a:off x="6142074" y="3305713"/>
                <a:ext cx="126000" cy="42840"/>
              </p14:xfrm>
            </p:contentPart>
          </mc:Choice>
          <mc:Fallback xmlns="">
            <p:pic>
              <p:nvPicPr>
                <p:cNvPr id="852" name="Ink 851">
                  <a:extLst>
                    <a:ext uri="{FF2B5EF4-FFF2-40B4-BE49-F238E27FC236}">
                      <a16:creationId xmlns:a16="http://schemas.microsoft.com/office/drawing/2014/main" id="{4B5DAC47-08D5-C6DE-EF09-C3C4C1E75FAA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6133074" y="3296713"/>
                  <a:ext cx="1436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853" name="Ink 852">
                  <a:extLst>
                    <a:ext uri="{FF2B5EF4-FFF2-40B4-BE49-F238E27FC236}">
                      <a16:creationId xmlns:a16="http://schemas.microsoft.com/office/drawing/2014/main" id="{10CDC803-DB38-ED89-5B64-A25BD7E28CE1}"/>
                    </a:ext>
                  </a:extLst>
                </p14:cNvPr>
                <p14:cNvContentPartPr/>
                <p14:nvPr/>
              </p14:nvContentPartPr>
              <p14:xfrm>
                <a:off x="5901954" y="3275833"/>
                <a:ext cx="151920" cy="2520"/>
              </p14:xfrm>
            </p:contentPart>
          </mc:Choice>
          <mc:Fallback xmlns="">
            <p:pic>
              <p:nvPicPr>
                <p:cNvPr id="853" name="Ink 852">
                  <a:extLst>
                    <a:ext uri="{FF2B5EF4-FFF2-40B4-BE49-F238E27FC236}">
                      <a16:creationId xmlns:a16="http://schemas.microsoft.com/office/drawing/2014/main" id="{10CDC803-DB38-ED89-5B64-A25BD7E28CE1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5892954" y="3265333"/>
                  <a:ext cx="169560" cy="231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854" name="Ink 853">
                  <a:extLst>
                    <a:ext uri="{FF2B5EF4-FFF2-40B4-BE49-F238E27FC236}">
                      <a16:creationId xmlns:a16="http://schemas.microsoft.com/office/drawing/2014/main" id="{5A6E0986-1B2C-F75E-3DA5-4D912FB26A8B}"/>
                    </a:ext>
                  </a:extLst>
                </p14:cNvPr>
                <p14:cNvContentPartPr/>
                <p14:nvPr/>
              </p14:nvContentPartPr>
              <p14:xfrm>
                <a:off x="5672274" y="3280873"/>
                <a:ext cx="113040" cy="9360"/>
              </p14:xfrm>
            </p:contentPart>
          </mc:Choice>
          <mc:Fallback xmlns="">
            <p:pic>
              <p:nvPicPr>
                <p:cNvPr id="854" name="Ink 853">
                  <a:extLst>
                    <a:ext uri="{FF2B5EF4-FFF2-40B4-BE49-F238E27FC236}">
                      <a16:creationId xmlns:a16="http://schemas.microsoft.com/office/drawing/2014/main" id="{5A6E0986-1B2C-F75E-3DA5-4D912FB26A8B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5663274" y="3271873"/>
                  <a:ext cx="1306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855" name="Ink 854">
                  <a:extLst>
                    <a:ext uri="{FF2B5EF4-FFF2-40B4-BE49-F238E27FC236}">
                      <a16:creationId xmlns:a16="http://schemas.microsoft.com/office/drawing/2014/main" id="{2238340E-7DE5-67EB-EF5A-0D55FD2E2D75}"/>
                    </a:ext>
                  </a:extLst>
                </p14:cNvPr>
                <p14:cNvContentPartPr/>
                <p14:nvPr/>
              </p14:nvContentPartPr>
              <p14:xfrm>
                <a:off x="5557074" y="3276553"/>
                <a:ext cx="65880" cy="14400"/>
              </p14:xfrm>
            </p:contentPart>
          </mc:Choice>
          <mc:Fallback xmlns="">
            <p:pic>
              <p:nvPicPr>
                <p:cNvPr id="855" name="Ink 854">
                  <a:extLst>
                    <a:ext uri="{FF2B5EF4-FFF2-40B4-BE49-F238E27FC236}">
                      <a16:creationId xmlns:a16="http://schemas.microsoft.com/office/drawing/2014/main" id="{2238340E-7DE5-67EB-EF5A-0D55FD2E2D75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5548074" y="3267553"/>
                  <a:ext cx="83520" cy="3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4">
            <p14:nvContentPartPr>
              <p14:cNvPr id="856" name="Ink 855">
                <a:extLst>
                  <a:ext uri="{FF2B5EF4-FFF2-40B4-BE49-F238E27FC236}">
                    <a16:creationId xmlns:a16="http://schemas.microsoft.com/office/drawing/2014/main" id="{19215C8C-8ED1-0021-8DB9-245577BFD37B}"/>
                  </a:ext>
                </a:extLst>
              </p14:cNvPr>
              <p14:cNvContentPartPr/>
              <p14:nvPr/>
            </p14:nvContentPartPr>
            <p14:xfrm>
              <a:off x="6576915" y="2137305"/>
              <a:ext cx="24840" cy="145800"/>
            </p14:xfrm>
          </p:contentPart>
        </mc:Choice>
        <mc:Fallback xmlns="">
          <p:pic>
            <p:nvPicPr>
              <p:cNvPr id="856" name="Ink 855">
                <a:extLst>
                  <a:ext uri="{FF2B5EF4-FFF2-40B4-BE49-F238E27FC236}">
                    <a16:creationId xmlns:a16="http://schemas.microsoft.com/office/drawing/2014/main" id="{19215C8C-8ED1-0021-8DB9-245577BFD37B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6568044" y="2128327"/>
                <a:ext cx="42228" cy="163397"/>
              </a:xfrm>
              <a:prstGeom prst="rect">
                <a:avLst/>
              </a:prstGeom>
            </p:spPr>
          </p:pic>
        </mc:Fallback>
      </mc:AlternateContent>
      <p:grpSp>
        <p:nvGrpSpPr>
          <p:cNvPr id="857" name="Group 856">
            <a:extLst>
              <a:ext uri="{FF2B5EF4-FFF2-40B4-BE49-F238E27FC236}">
                <a16:creationId xmlns:a16="http://schemas.microsoft.com/office/drawing/2014/main" id="{E8EFFB05-9135-5E68-0FF2-619C3EFC8C89}"/>
              </a:ext>
            </a:extLst>
          </p:cNvPr>
          <p:cNvGrpSpPr/>
          <p:nvPr/>
        </p:nvGrpSpPr>
        <p:grpSpPr>
          <a:xfrm>
            <a:off x="6602475" y="2392905"/>
            <a:ext cx="386280" cy="274680"/>
            <a:chOff x="6602475" y="2392905"/>
            <a:chExt cx="386280" cy="27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858" name="Ink 857">
                  <a:extLst>
                    <a:ext uri="{FF2B5EF4-FFF2-40B4-BE49-F238E27FC236}">
                      <a16:creationId xmlns:a16="http://schemas.microsoft.com/office/drawing/2014/main" id="{2A6A69BE-985E-F7C1-1F98-A8D273F6A4CA}"/>
                    </a:ext>
                  </a:extLst>
                </p14:cNvPr>
                <p14:cNvContentPartPr/>
                <p14:nvPr/>
              </p14:nvContentPartPr>
              <p14:xfrm>
                <a:off x="6602475" y="2392905"/>
                <a:ext cx="48960" cy="78120"/>
              </p14:xfrm>
            </p:contentPart>
          </mc:Choice>
          <mc:Fallback xmlns="">
            <p:pic>
              <p:nvPicPr>
                <p:cNvPr id="858" name="Ink 857">
                  <a:extLst>
                    <a:ext uri="{FF2B5EF4-FFF2-40B4-BE49-F238E27FC236}">
                      <a16:creationId xmlns:a16="http://schemas.microsoft.com/office/drawing/2014/main" id="{2A6A69BE-985E-F7C1-1F98-A8D273F6A4CA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6593475" y="2383905"/>
                  <a:ext cx="666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859" name="Ink 858">
                  <a:extLst>
                    <a:ext uri="{FF2B5EF4-FFF2-40B4-BE49-F238E27FC236}">
                      <a16:creationId xmlns:a16="http://schemas.microsoft.com/office/drawing/2014/main" id="{92C6AA4A-E67F-1881-5B8E-C801D063F0E3}"/>
                    </a:ext>
                  </a:extLst>
                </p14:cNvPr>
                <p14:cNvContentPartPr/>
                <p14:nvPr/>
              </p14:nvContentPartPr>
              <p14:xfrm>
                <a:off x="6742515" y="2520705"/>
                <a:ext cx="103320" cy="27360"/>
              </p14:xfrm>
            </p:contentPart>
          </mc:Choice>
          <mc:Fallback xmlns="">
            <p:pic>
              <p:nvPicPr>
                <p:cNvPr id="859" name="Ink 858">
                  <a:extLst>
                    <a:ext uri="{FF2B5EF4-FFF2-40B4-BE49-F238E27FC236}">
                      <a16:creationId xmlns:a16="http://schemas.microsoft.com/office/drawing/2014/main" id="{92C6AA4A-E67F-1881-5B8E-C801D063F0E3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6733484" y="2511705"/>
                  <a:ext cx="121022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860" name="Ink 859">
                  <a:extLst>
                    <a:ext uri="{FF2B5EF4-FFF2-40B4-BE49-F238E27FC236}">
                      <a16:creationId xmlns:a16="http://schemas.microsoft.com/office/drawing/2014/main" id="{32692645-7020-EF1E-C369-3E3E2424D8CE}"/>
                    </a:ext>
                  </a:extLst>
                </p14:cNvPr>
                <p14:cNvContentPartPr/>
                <p14:nvPr/>
              </p14:nvContentPartPr>
              <p14:xfrm>
                <a:off x="6906315" y="2583345"/>
                <a:ext cx="82440" cy="84240"/>
              </p14:xfrm>
            </p:contentPart>
          </mc:Choice>
          <mc:Fallback xmlns="">
            <p:pic>
              <p:nvPicPr>
                <p:cNvPr id="860" name="Ink 859">
                  <a:extLst>
                    <a:ext uri="{FF2B5EF4-FFF2-40B4-BE49-F238E27FC236}">
                      <a16:creationId xmlns:a16="http://schemas.microsoft.com/office/drawing/2014/main" id="{32692645-7020-EF1E-C369-3E3E2424D8CE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6897315" y="2574345"/>
                  <a:ext cx="100080" cy="10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2">
            <p14:nvContentPartPr>
              <p14:cNvPr id="861" name="Ink 860">
                <a:extLst>
                  <a:ext uri="{FF2B5EF4-FFF2-40B4-BE49-F238E27FC236}">
                    <a16:creationId xmlns:a16="http://schemas.microsoft.com/office/drawing/2014/main" id="{3DAF0482-EE13-9219-54B6-402D60551568}"/>
                  </a:ext>
                </a:extLst>
              </p14:cNvPr>
              <p14:cNvContentPartPr/>
              <p14:nvPr/>
            </p14:nvContentPartPr>
            <p14:xfrm>
              <a:off x="6994155" y="2773065"/>
              <a:ext cx="28440" cy="106920"/>
            </p14:xfrm>
          </p:contentPart>
        </mc:Choice>
        <mc:Fallback xmlns="">
          <p:pic>
            <p:nvPicPr>
              <p:cNvPr id="861" name="Ink 860">
                <a:extLst>
                  <a:ext uri="{FF2B5EF4-FFF2-40B4-BE49-F238E27FC236}">
                    <a16:creationId xmlns:a16="http://schemas.microsoft.com/office/drawing/2014/main" id="{3DAF0482-EE13-9219-54B6-402D60551568}"/>
                  </a:ext>
                </a:extLst>
              </p:cNvPr>
              <p:cNvPicPr/>
              <p:nvPr/>
            </p:nvPicPr>
            <p:blipFill>
              <a:blip r:embed="rId523"/>
              <a:stretch>
                <a:fillRect/>
              </a:stretch>
            </p:blipFill>
            <p:spPr>
              <a:xfrm>
                <a:off x="6985040" y="2764065"/>
                <a:ext cx="46306" cy="12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862" name="Group 861">
            <a:extLst>
              <a:ext uri="{FF2B5EF4-FFF2-40B4-BE49-F238E27FC236}">
                <a16:creationId xmlns:a16="http://schemas.microsoft.com/office/drawing/2014/main" id="{E2AE5007-8671-695C-4191-31325007AE70}"/>
              </a:ext>
            </a:extLst>
          </p:cNvPr>
          <p:cNvGrpSpPr/>
          <p:nvPr/>
        </p:nvGrpSpPr>
        <p:grpSpPr>
          <a:xfrm>
            <a:off x="7039875" y="2995905"/>
            <a:ext cx="64080" cy="297360"/>
            <a:chOff x="7039875" y="2995905"/>
            <a:chExt cx="64080" cy="29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863" name="Ink 862">
                  <a:extLst>
                    <a:ext uri="{FF2B5EF4-FFF2-40B4-BE49-F238E27FC236}">
                      <a16:creationId xmlns:a16="http://schemas.microsoft.com/office/drawing/2014/main" id="{BEDC6479-3D8C-EBC5-A62A-B913D70838F9}"/>
                    </a:ext>
                  </a:extLst>
                </p14:cNvPr>
                <p14:cNvContentPartPr/>
                <p14:nvPr/>
              </p14:nvContentPartPr>
              <p14:xfrm>
                <a:off x="7039875" y="2995905"/>
                <a:ext cx="43560" cy="91800"/>
              </p14:xfrm>
            </p:contentPart>
          </mc:Choice>
          <mc:Fallback xmlns="">
            <p:pic>
              <p:nvPicPr>
                <p:cNvPr id="863" name="Ink 862">
                  <a:extLst>
                    <a:ext uri="{FF2B5EF4-FFF2-40B4-BE49-F238E27FC236}">
                      <a16:creationId xmlns:a16="http://schemas.microsoft.com/office/drawing/2014/main" id="{BEDC6479-3D8C-EBC5-A62A-B913D70838F9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7030949" y="2986905"/>
                  <a:ext cx="61055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864" name="Ink 863">
                  <a:extLst>
                    <a:ext uri="{FF2B5EF4-FFF2-40B4-BE49-F238E27FC236}">
                      <a16:creationId xmlns:a16="http://schemas.microsoft.com/office/drawing/2014/main" id="{30896E57-9E51-26C5-1721-83C2E97A30E5}"/>
                    </a:ext>
                  </a:extLst>
                </p14:cNvPr>
                <p14:cNvContentPartPr/>
                <p14:nvPr/>
              </p14:nvContentPartPr>
              <p14:xfrm>
                <a:off x="7094235" y="3162585"/>
                <a:ext cx="9720" cy="130680"/>
              </p14:xfrm>
            </p:contentPart>
          </mc:Choice>
          <mc:Fallback xmlns="">
            <p:pic>
              <p:nvPicPr>
                <p:cNvPr id="864" name="Ink 863">
                  <a:extLst>
                    <a:ext uri="{FF2B5EF4-FFF2-40B4-BE49-F238E27FC236}">
                      <a16:creationId xmlns:a16="http://schemas.microsoft.com/office/drawing/2014/main" id="{30896E57-9E51-26C5-1721-83C2E97A30E5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7085235" y="3153585"/>
                  <a:ext cx="2736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5" name="Group 864">
            <a:extLst>
              <a:ext uri="{FF2B5EF4-FFF2-40B4-BE49-F238E27FC236}">
                <a16:creationId xmlns:a16="http://schemas.microsoft.com/office/drawing/2014/main" id="{A8D0CEA7-1EC0-AD76-6B53-8D8C6191F34D}"/>
              </a:ext>
            </a:extLst>
          </p:cNvPr>
          <p:cNvGrpSpPr/>
          <p:nvPr/>
        </p:nvGrpSpPr>
        <p:grpSpPr>
          <a:xfrm>
            <a:off x="7091355" y="3414945"/>
            <a:ext cx="28800" cy="309240"/>
            <a:chOff x="7091355" y="3414945"/>
            <a:chExt cx="28800" cy="30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866" name="Ink 865">
                  <a:extLst>
                    <a:ext uri="{FF2B5EF4-FFF2-40B4-BE49-F238E27FC236}">
                      <a16:creationId xmlns:a16="http://schemas.microsoft.com/office/drawing/2014/main" id="{DDA7C1F2-DF06-EC4C-1AE9-65709BE25F0B}"/>
                    </a:ext>
                  </a:extLst>
                </p14:cNvPr>
                <p14:cNvContentPartPr/>
                <p14:nvPr/>
              </p14:nvContentPartPr>
              <p14:xfrm>
                <a:off x="7091355" y="3414945"/>
                <a:ext cx="28800" cy="113040"/>
              </p14:xfrm>
            </p:contentPart>
          </mc:Choice>
          <mc:Fallback xmlns="">
            <p:pic>
              <p:nvPicPr>
                <p:cNvPr id="866" name="Ink 865">
                  <a:extLst>
                    <a:ext uri="{FF2B5EF4-FFF2-40B4-BE49-F238E27FC236}">
                      <a16:creationId xmlns:a16="http://schemas.microsoft.com/office/drawing/2014/main" id="{DDA7C1F2-DF06-EC4C-1AE9-65709BE25F0B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7082355" y="3405945"/>
                  <a:ext cx="464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867" name="Ink 866">
                  <a:extLst>
                    <a:ext uri="{FF2B5EF4-FFF2-40B4-BE49-F238E27FC236}">
                      <a16:creationId xmlns:a16="http://schemas.microsoft.com/office/drawing/2014/main" id="{6CF4C4E6-B609-C67B-290C-44128402163F}"/>
                    </a:ext>
                  </a:extLst>
                </p14:cNvPr>
                <p14:cNvContentPartPr/>
                <p14:nvPr/>
              </p14:nvContentPartPr>
              <p14:xfrm>
                <a:off x="7102515" y="3593505"/>
                <a:ext cx="17280" cy="130680"/>
              </p14:xfrm>
            </p:contentPart>
          </mc:Choice>
          <mc:Fallback xmlns="">
            <p:pic>
              <p:nvPicPr>
                <p:cNvPr id="867" name="Ink 866">
                  <a:extLst>
                    <a:ext uri="{FF2B5EF4-FFF2-40B4-BE49-F238E27FC236}">
                      <a16:creationId xmlns:a16="http://schemas.microsoft.com/office/drawing/2014/main" id="{6CF4C4E6-B609-C67B-290C-44128402163F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7093515" y="3584505"/>
                  <a:ext cx="3492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8" name="Group 867">
            <a:extLst>
              <a:ext uri="{FF2B5EF4-FFF2-40B4-BE49-F238E27FC236}">
                <a16:creationId xmlns:a16="http://schemas.microsoft.com/office/drawing/2014/main" id="{0DCA2B81-7B6F-3E27-FDAA-F901D9DB8759}"/>
              </a:ext>
            </a:extLst>
          </p:cNvPr>
          <p:cNvGrpSpPr/>
          <p:nvPr/>
        </p:nvGrpSpPr>
        <p:grpSpPr>
          <a:xfrm>
            <a:off x="7132395" y="3817065"/>
            <a:ext cx="1161720" cy="375480"/>
            <a:chOff x="7132395" y="3817065"/>
            <a:chExt cx="1161720" cy="37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869" name="Ink 868">
                  <a:extLst>
                    <a:ext uri="{FF2B5EF4-FFF2-40B4-BE49-F238E27FC236}">
                      <a16:creationId xmlns:a16="http://schemas.microsoft.com/office/drawing/2014/main" id="{08441BA6-BE83-FB78-DA51-696F010E843E}"/>
                    </a:ext>
                  </a:extLst>
                </p14:cNvPr>
                <p14:cNvContentPartPr/>
                <p14:nvPr/>
              </p14:nvContentPartPr>
              <p14:xfrm>
                <a:off x="7132395" y="3817065"/>
                <a:ext cx="52920" cy="86760"/>
              </p14:xfrm>
            </p:contentPart>
          </mc:Choice>
          <mc:Fallback xmlns="">
            <p:pic>
              <p:nvPicPr>
                <p:cNvPr id="869" name="Ink 868">
                  <a:extLst>
                    <a:ext uri="{FF2B5EF4-FFF2-40B4-BE49-F238E27FC236}">
                      <a16:creationId xmlns:a16="http://schemas.microsoft.com/office/drawing/2014/main" id="{08441BA6-BE83-FB78-DA51-696F010E843E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7123395" y="3808065"/>
                  <a:ext cx="705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870" name="Ink 869">
                  <a:extLst>
                    <a:ext uri="{FF2B5EF4-FFF2-40B4-BE49-F238E27FC236}">
                      <a16:creationId xmlns:a16="http://schemas.microsoft.com/office/drawing/2014/main" id="{AC30B6B4-5362-6BE9-EEDD-3A64F9F98F5D}"/>
                    </a:ext>
                  </a:extLst>
                </p14:cNvPr>
                <p14:cNvContentPartPr/>
                <p14:nvPr/>
              </p14:nvContentPartPr>
              <p14:xfrm>
                <a:off x="7190715" y="3976905"/>
                <a:ext cx="100440" cy="99360"/>
              </p14:xfrm>
            </p:contentPart>
          </mc:Choice>
          <mc:Fallback xmlns="">
            <p:pic>
              <p:nvPicPr>
                <p:cNvPr id="870" name="Ink 869">
                  <a:extLst>
                    <a:ext uri="{FF2B5EF4-FFF2-40B4-BE49-F238E27FC236}">
                      <a16:creationId xmlns:a16="http://schemas.microsoft.com/office/drawing/2014/main" id="{AC30B6B4-5362-6BE9-EEDD-3A64F9F98F5D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7181715" y="3967905"/>
                  <a:ext cx="1180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871" name="Ink 870">
                  <a:extLst>
                    <a:ext uri="{FF2B5EF4-FFF2-40B4-BE49-F238E27FC236}">
                      <a16:creationId xmlns:a16="http://schemas.microsoft.com/office/drawing/2014/main" id="{B9F5D3A5-8B58-8B08-5FF6-4A0355A14A01}"/>
                    </a:ext>
                  </a:extLst>
                </p14:cNvPr>
                <p14:cNvContentPartPr/>
                <p14:nvPr/>
              </p14:nvContentPartPr>
              <p14:xfrm>
                <a:off x="7390155" y="4143585"/>
                <a:ext cx="118080" cy="5400"/>
              </p14:xfrm>
            </p:contentPart>
          </mc:Choice>
          <mc:Fallback xmlns="">
            <p:pic>
              <p:nvPicPr>
                <p:cNvPr id="871" name="Ink 870">
                  <a:extLst>
                    <a:ext uri="{FF2B5EF4-FFF2-40B4-BE49-F238E27FC236}">
                      <a16:creationId xmlns:a16="http://schemas.microsoft.com/office/drawing/2014/main" id="{B9F5D3A5-8B58-8B08-5FF6-4A0355A14A01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7381127" y="4134585"/>
                  <a:ext cx="135774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872" name="Ink 871">
                  <a:extLst>
                    <a:ext uri="{FF2B5EF4-FFF2-40B4-BE49-F238E27FC236}">
                      <a16:creationId xmlns:a16="http://schemas.microsoft.com/office/drawing/2014/main" id="{F8AD8ACD-656B-EE9A-3150-2E1476DF7D36}"/>
                    </a:ext>
                  </a:extLst>
                </p14:cNvPr>
                <p14:cNvContentPartPr/>
                <p14:nvPr/>
              </p14:nvContentPartPr>
              <p14:xfrm>
                <a:off x="7586715" y="4179225"/>
                <a:ext cx="146160" cy="360"/>
              </p14:xfrm>
            </p:contentPart>
          </mc:Choice>
          <mc:Fallback xmlns="">
            <p:pic>
              <p:nvPicPr>
                <p:cNvPr id="872" name="Ink 871">
                  <a:extLst>
                    <a:ext uri="{FF2B5EF4-FFF2-40B4-BE49-F238E27FC236}">
                      <a16:creationId xmlns:a16="http://schemas.microsoft.com/office/drawing/2014/main" id="{F8AD8ACD-656B-EE9A-3150-2E1476DF7D36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7577693" y="4170225"/>
                  <a:ext cx="163844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873" name="Ink 872">
                  <a:extLst>
                    <a:ext uri="{FF2B5EF4-FFF2-40B4-BE49-F238E27FC236}">
                      <a16:creationId xmlns:a16="http://schemas.microsoft.com/office/drawing/2014/main" id="{C1AE24CB-7996-60F9-282D-0B990D038468}"/>
                    </a:ext>
                  </a:extLst>
                </p14:cNvPr>
                <p14:cNvContentPartPr/>
                <p14:nvPr/>
              </p14:nvContentPartPr>
              <p14:xfrm>
                <a:off x="7832235" y="4181025"/>
                <a:ext cx="135720" cy="11520"/>
              </p14:xfrm>
            </p:contentPart>
          </mc:Choice>
          <mc:Fallback xmlns="">
            <p:pic>
              <p:nvPicPr>
                <p:cNvPr id="873" name="Ink 872">
                  <a:extLst>
                    <a:ext uri="{FF2B5EF4-FFF2-40B4-BE49-F238E27FC236}">
                      <a16:creationId xmlns:a16="http://schemas.microsoft.com/office/drawing/2014/main" id="{C1AE24CB-7996-60F9-282D-0B990D038468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7823235" y="4172025"/>
                  <a:ext cx="1533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874" name="Ink 873">
                  <a:extLst>
                    <a:ext uri="{FF2B5EF4-FFF2-40B4-BE49-F238E27FC236}">
                      <a16:creationId xmlns:a16="http://schemas.microsoft.com/office/drawing/2014/main" id="{63034EC9-E53B-D49B-A280-1D733ADAED0A}"/>
                    </a:ext>
                  </a:extLst>
                </p14:cNvPr>
                <p14:cNvContentPartPr/>
                <p14:nvPr/>
              </p14:nvContentPartPr>
              <p14:xfrm>
                <a:off x="8070195" y="4150425"/>
                <a:ext cx="103320" cy="35280"/>
              </p14:xfrm>
            </p:contentPart>
          </mc:Choice>
          <mc:Fallback xmlns="">
            <p:pic>
              <p:nvPicPr>
                <p:cNvPr id="874" name="Ink 873">
                  <a:extLst>
                    <a:ext uri="{FF2B5EF4-FFF2-40B4-BE49-F238E27FC236}">
                      <a16:creationId xmlns:a16="http://schemas.microsoft.com/office/drawing/2014/main" id="{63034EC9-E53B-D49B-A280-1D733ADAED0A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8061195" y="4141332"/>
                  <a:ext cx="120960" cy="531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875" name="Ink 874">
                  <a:extLst>
                    <a:ext uri="{FF2B5EF4-FFF2-40B4-BE49-F238E27FC236}">
                      <a16:creationId xmlns:a16="http://schemas.microsoft.com/office/drawing/2014/main" id="{7BD2F324-4401-3461-358B-C2F11A8DE3E3}"/>
                    </a:ext>
                  </a:extLst>
                </p14:cNvPr>
                <p14:cNvContentPartPr/>
                <p14:nvPr/>
              </p14:nvContentPartPr>
              <p14:xfrm>
                <a:off x="8246235" y="4030185"/>
                <a:ext cx="47880" cy="86040"/>
              </p14:xfrm>
            </p:contentPart>
          </mc:Choice>
          <mc:Fallback xmlns="">
            <p:pic>
              <p:nvPicPr>
                <p:cNvPr id="875" name="Ink 874">
                  <a:extLst>
                    <a:ext uri="{FF2B5EF4-FFF2-40B4-BE49-F238E27FC236}">
                      <a16:creationId xmlns:a16="http://schemas.microsoft.com/office/drawing/2014/main" id="{7BD2F324-4401-3461-358B-C2F11A8DE3E3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8237235" y="4021147"/>
                  <a:ext cx="65520" cy="1037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876" name="Ink 875">
                  <a:extLst>
                    <a:ext uri="{FF2B5EF4-FFF2-40B4-BE49-F238E27FC236}">
                      <a16:creationId xmlns:a16="http://schemas.microsoft.com/office/drawing/2014/main" id="{9F775A41-3B87-FD36-3706-DF63CD8ABE4A}"/>
                    </a:ext>
                  </a:extLst>
                </p14:cNvPr>
                <p14:cNvContentPartPr/>
                <p14:nvPr/>
              </p14:nvContentPartPr>
              <p14:xfrm>
                <a:off x="8282955" y="3848385"/>
                <a:ext cx="6120" cy="119880"/>
              </p14:xfrm>
            </p:contentPart>
          </mc:Choice>
          <mc:Fallback xmlns="">
            <p:pic>
              <p:nvPicPr>
                <p:cNvPr id="876" name="Ink 875">
                  <a:extLst>
                    <a:ext uri="{FF2B5EF4-FFF2-40B4-BE49-F238E27FC236}">
                      <a16:creationId xmlns:a16="http://schemas.microsoft.com/office/drawing/2014/main" id="{9F775A41-3B87-FD36-3706-DF63CD8ABE4A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8274455" y="3839385"/>
                  <a:ext cx="22780" cy="13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8">
            <p14:nvContentPartPr>
              <p14:cNvPr id="877" name="Ink 876">
                <a:extLst>
                  <a:ext uri="{FF2B5EF4-FFF2-40B4-BE49-F238E27FC236}">
                    <a16:creationId xmlns:a16="http://schemas.microsoft.com/office/drawing/2014/main" id="{B2FBD937-5415-EC5C-77CF-F85C07AF4F40}"/>
                  </a:ext>
                </a:extLst>
              </p14:cNvPr>
              <p14:cNvContentPartPr/>
              <p14:nvPr/>
            </p14:nvContentPartPr>
            <p14:xfrm>
              <a:off x="8298075" y="3621225"/>
              <a:ext cx="21240" cy="113040"/>
            </p14:xfrm>
          </p:contentPart>
        </mc:Choice>
        <mc:Fallback xmlns="">
          <p:pic>
            <p:nvPicPr>
              <p:cNvPr id="877" name="Ink 876">
                <a:extLst>
                  <a:ext uri="{FF2B5EF4-FFF2-40B4-BE49-F238E27FC236}">
                    <a16:creationId xmlns:a16="http://schemas.microsoft.com/office/drawing/2014/main" id="{B2FBD937-5415-EC5C-77CF-F85C07AF4F40}"/>
                  </a:ext>
                </a:extLst>
              </p:cNvPr>
              <p:cNvPicPr/>
              <p:nvPr/>
            </p:nvPicPr>
            <p:blipFill>
              <a:blip r:embed="rId549"/>
              <a:stretch>
                <a:fillRect/>
              </a:stretch>
            </p:blipFill>
            <p:spPr>
              <a:xfrm>
                <a:off x="8289225" y="3612225"/>
                <a:ext cx="38586" cy="13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878" name="Group 877">
            <a:extLst>
              <a:ext uri="{FF2B5EF4-FFF2-40B4-BE49-F238E27FC236}">
                <a16:creationId xmlns:a16="http://schemas.microsoft.com/office/drawing/2014/main" id="{E345054C-2832-D26E-AF4D-1B217AE09DFB}"/>
              </a:ext>
            </a:extLst>
          </p:cNvPr>
          <p:cNvGrpSpPr/>
          <p:nvPr/>
        </p:nvGrpSpPr>
        <p:grpSpPr>
          <a:xfrm>
            <a:off x="7575915" y="3236025"/>
            <a:ext cx="700560" cy="307080"/>
            <a:chOff x="7575915" y="3236025"/>
            <a:chExt cx="700560" cy="30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879" name="Ink 878">
                  <a:extLst>
                    <a:ext uri="{FF2B5EF4-FFF2-40B4-BE49-F238E27FC236}">
                      <a16:creationId xmlns:a16="http://schemas.microsoft.com/office/drawing/2014/main" id="{C008CC70-8F0B-487E-3074-7391F9B5A312}"/>
                    </a:ext>
                  </a:extLst>
                </p14:cNvPr>
                <p14:cNvContentPartPr/>
                <p14:nvPr/>
              </p14:nvContentPartPr>
              <p14:xfrm>
                <a:off x="8143275" y="3480825"/>
                <a:ext cx="133200" cy="62280"/>
              </p14:xfrm>
            </p:contentPart>
          </mc:Choice>
          <mc:Fallback xmlns="">
            <p:pic>
              <p:nvPicPr>
                <p:cNvPr id="879" name="Ink 878">
                  <a:extLst>
                    <a:ext uri="{FF2B5EF4-FFF2-40B4-BE49-F238E27FC236}">
                      <a16:creationId xmlns:a16="http://schemas.microsoft.com/office/drawing/2014/main" id="{C008CC70-8F0B-487E-3074-7391F9B5A312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8134275" y="3471825"/>
                  <a:ext cx="1508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880" name="Ink 879">
                  <a:extLst>
                    <a:ext uri="{FF2B5EF4-FFF2-40B4-BE49-F238E27FC236}">
                      <a16:creationId xmlns:a16="http://schemas.microsoft.com/office/drawing/2014/main" id="{1166AD2E-88C7-EEDC-3639-A539E97E86A4}"/>
                    </a:ext>
                  </a:extLst>
                </p14:cNvPr>
                <p14:cNvContentPartPr/>
                <p14:nvPr/>
              </p14:nvContentPartPr>
              <p14:xfrm>
                <a:off x="7922235" y="3440865"/>
                <a:ext cx="166320" cy="16920"/>
              </p14:xfrm>
            </p:contentPart>
          </mc:Choice>
          <mc:Fallback xmlns="">
            <p:pic>
              <p:nvPicPr>
                <p:cNvPr id="880" name="Ink 879">
                  <a:extLst>
                    <a:ext uri="{FF2B5EF4-FFF2-40B4-BE49-F238E27FC236}">
                      <a16:creationId xmlns:a16="http://schemas.microsoft.com/office/drawing/2014/main" id="{1166AD2E-88C7-EEDC-3639-A539E97E86A4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7913235" y="3431865"/>
                  <a:ext cx="1839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881" name="Ink 880">
                  <a:extLst>
                    <a:ext uri="{FF2B5EF4-FFF2-40B4-BE49-F238E27FC236}">
                      <a16:creationId xmlns:a16="http://schemas.microsoft.com/office/drawing/2014/main" id="{D2414813-A03C-012C-C6A3-E80DA1636DB4}"/>
                    </a:ext>
                  </a:extLst>
                </p14:cNvPr>
                <p14:cNvContentPartPr/>
                <p14:nvPr/>
              </p14:nvContentPartPr>
              <p14:xfrm>
                <a:off x="7693635" y="3353745"/>
                <a:ext cx="134280" cy="42840"/>
              </p14:xfrm>
            </p:contentPart>
          </mc:Choice>
          <mc:Fallback xmlns="">
            <p:pic>
              <p:nvPicPr>
                <p:cNvPr id="881" name="Ink 880">
                  <a:extLst>
                    <a:ext uri="{FF2B5EF4-FFF2-40B4-BE49-F238E27FC236}">
                      <a16:creationId xmlns:a16="http://schemas.microsoft.com/office/drawing/2014/main" id="{D2414813-A03C-012C-C6A3-E80DA1636DB4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7684635" y="3344669"/>
                  <a:ext cx="151920" cy="606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882" name="Ink 881">
                  <a:extLst>
                    <a:ext uri="{FF2B5EF4-FFF2-40B4-BE49-F238E27FC236}">
                      <a16:creationId xmlns:a16="http://schemas.microsoft.com/office/drawing/2014/main" id="{69626496-C72F-8885-42C3-30DD17682AC0}"/>
                    </a:ext>
                  </a:extLst>
                </p14:cNvPr>
                <p14:cNvContentPartPr/>
                <p14:nvPr/>
              </p14:nvContentPartPr>
              <p14:xfrm>
                <a:off x="7575915" y="3236025"/>
                <a:ext cx="62280" cy="77400"/>
              </p14:xfrm>
            </p:contentPart>
          </mc:Choice>
          <mc:Fallback xmlns="">
            <p:pic>
              <p:nvPicPr>
                <p:cNvPr id="882" name="Ink 881">
                  <a:extLst>
                    <a:ext uri="{FF2B5EF4-FFF2-40B4-BE49-F238E27FC236}">
                      <a16:creationId xmlns:a16="http://schemas.microsoft.com/office/drawing/2014/main" id="{69626496-C72F-8885-42C3-30DD17682AC0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7566915" y="3227025"/>
                  <a:ext cx="79920" cy="9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3" name="Group 882">
            <a:extLst>
              <a:ext uri="{FF2B5EF4-FFF2-40B4-BE49-F238E27FC236}">
                <a16:creationId xmlns:a16="http://schemas.microsoft.com/office/drawing/2014/main" id="{2D12A7CE-166E-06F9-09B6-AB70472F455D}"/>
              </a:ext>
            </a:extLst>
          </p:cNvPr>
          <p:cNvGrpSpPr/>
          <p:nvPr/>
        </p:nvGrpSpPr>
        <p:grpSpPr>
          <a:xfrm>
            <a:off x="7604355" y="2727345"/>
            <a:ext cx="2067480" cy="384120"/>
            <a:chOff x="7604355" y="2727345"/>
            <a:chExt cx="2067480" cy="38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884" name="Ink 883">
                  <a:extLst>
                    <a:ext uri="{FF2B5EF4-FFF2-40B4-BE49-F238E27FC236}">
                      <a16:creationId xmlns:a16="http://schemas.microsoft.com/office/drawing/2014/main" id="{FB641107-0CD7-CDEF-5526-7DAEB9473C3B}"/>
                    </a:ext>
                  </a:extLst>
                </p14:cNvPr>
                <p14:cNvContentPartPr/>
                <p14:nvPr/>
              </p14:nvContentPartPr>
              <p14:xfrm>
                <a:off x="7604355" y="3019305"/>
                <a:ext cx="37080" cy="91080"/>
              </p14:xfrm>
            </p:contentPart>
          </mc:Choice>
          <mc:Fallback xmlns="">
            <p:pic>
              <p:nvPicPr>
                <p:cNvPr id="884" name="Ink 883">
                  <a:extLst>
                    <a:ext uri="{FF2B5EF4-FFF2-40B4-BE49-F238E27FC236}">
                      <a16:creationId xmlns:a16="http://schemas.microsoft.com/office/drawing/2014/main" id="{FB641107-0CD7-CDEF-5526-7DAEB9473C3B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7595355" y="3010269"/>
                  <a:ext cx="54720" cy="1087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885" name="Ink 884">
                  <a:extLst>
                    <a:ext uri="{FF2B5EF4-FFF2-40B4-BE49-F238E27FC236}">
                      <a16:creationId xmlns:a16="http://schemas.microsoft.com/office/drawing/2014/main" id="{71058EEA-1C06-CFB0-07E3-D9D18D75BB24}"/>
                    </a:ext>
                  </a:extLst>
                </p14:cNvPr>
                <p14:cNvContentPartPr/>
                <p14:nvPr/>
              </p14:nvContentPartPr>
              <p14:xfrm>
                <a:off x="7699395" y="2952705"/>
                <a:ext cx="135720" cy="9360"/>
              </p14:xfrm>
            </p:contentPart>
          </mc:Choice>
          <mc:Fallback xmlns="">
            <p:pic>
              <p:nvPicPr>
                <p:cNvPr id="885" name="Ink 884">
                  <a:extLst>
                    <a:ext uri="{FF2B5EF4-FFF2-40B4-BE49-F238E27FC236}">
                      <a16:creationId xmlns:a16="http://schemas.microsoft.com/office/drawing/2014/main" id="{71058EEA-1C06-CFB0-07E3-D9D18D75BB24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7690395" y="2943705"/>
                  <a:ext cx="1533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886" name="Ink 885">
                  <a:extLst>
                    <a:ext uri="{FF2B5EF4-FFF2-40B4-BE49-F238E27FC236}">
                      <a16:creationId xmlns:a16="http://schemas.microsoft.com/office/drawing/2014/main" id="{9600F159-77E1-DEF4-AD7A-7E2D758A2666}"/>
                    </a:ext>
                  </a:extLst>
                </p14:cNvPr>
                <p14:cNvContentPartPr/>
                <p14:nvPr/>
              </p14:nvContentPartPr>
              <p14:xfrm>
                <a:off x="7927995" y="3022905"/>
                <a:ext cx="143280" cy="51840"/>
              </p14:xfrm>
            </p:contentPart>
          </mc:Choice>
          <mc:Fallback xmlns="">
            <p:pic>
              <p:nvPicPr>
                <p:cNvPr id="886" name="Ink 885">
                  <a:extLst>
                    <a:ext uri="{FF2B5EF4-FFF2-40B4-BE49-F238E27FC236}">
                      <a16:creationId xmlns:a16="http://schemas.microsoft.com/office/drawing/2014/main" id="{9600F159-77E1-DEF4-AD7A-7E2D758A2666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7918995" y="3013967"/>
                  <a:ext cx="160920" cy="693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887" name="Ink 886">
                  <a:extLst>
                    <a:ext uri="{FF2B5EF4-FFF2-40B4-BE49-F238E27FC236}">
                      <a16:creationId xmlns:a16="http://schemas.microsoft.com/office/drawing/2014/main" id="{5A7FE19F-2234-F443-B490-45E5D516B0BC}"/>
                    </a:ext>
                  </a:extLst>
                </p14:cNvPr>
                <p14:cNvContentPartPr/>
                <p14:nvPr/>
              </p14:nvContentPartPr>
              <p14:xfrm>
                <a:off x="8182875" y="3102465"/>
                <a:ext cx="121320" cy="9000"/>
              </p14:xfrm>
            </p:contentPart>
          </mc:Choice>
          <mc:Fallback xmlns="">
            <p:pic>
              <p:nvPicPr>
                <p:cNvPr id="887" name="Ink 886">
                  <a:extLst>
                    <a:ext uri="{FF2B5EF4-FFF2-40B4-BE49-F238E27FC236}">
                      <a16:creationId xmlns:a16="http://schemas.microsoft.com/office/drawing/2014/main" id="{5A7FE19F-2234-F443-B490-45E5D516B0BC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8173848" y="3093465"/>
                  <a:ext cx="139013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888" name="Ink 887">
                  <a:extLst>
                    <a:ext uri="{FF2B5EF4-FFF2-40B4-BE49-F238E27FC236}">
                      <a16:creationId xmlns:a16="http://schemas.microsoft.com/office/drawing/2014/main" id="{CC1A6ED8-F278-403F-BDDA-1EDBC2FB141C}"/>
                    </a:ext>
                  </a:extLst>
                </p14:cNvPr>
                <p14:cNvContentPartPr/>
                <p14:nvPr/>
              </p14:nvContentPartPr>
              <p14:xfrm>
                <a:off x="8380155" y="3103185"/>
                <a:ext cx="156240" cy="7200"/>
              </p14:xfrm>
            </p:contentPart>
          </mc:Choice>
          <mc:Fallback xmlns="">
            <p:pic>
              <p:nvPicPr>
                <p:cNvPr id="888" name="Ink 887">
                  <a:extLst>
                    <a:ext uri="{FF2B5EF4-FFF2-40B4-BE49-F238E27FC236}">
                      <a16:creationId xmlns:a16="http://schemas.microsoft.com/office/drawing/2014/main" id="{CC1A6ED8-F278-403F-BDDA-1EDBC2FB141C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8371134" y="3094185"/>
                  <a:ext cx="173921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889" name="Ink 888">
                  <a:extLst>
                    <a:ext uri="{FF2B5EF4-FFF2-40B4-BE49-F238E27FC236}">
                      <a16:creationId xmlns:a16="http://schemas.microsoft.com/office/drawing/2014/main" id="{1EFBA8F3-40B3-1030-CCAB-C2AE8C108FA4}"/>
                    </a:ext>
                  </a:extLst>
                </p14:cNvPr>
                <p14:cNvContentPartPr/>
                <p14:nvPr/>
              </p14:nvContentPartPr>
              <p14:xfrm>
                <a:off x="8647635" y="3102465"/>
                <a:ext cx="140040" cy="3600"/>
              </p14:xfrm>
            </p:contentPart>
          </mc:Choice>
          <mc:Fallback xmlns="">
            <p:pic>
              <p:nvPicPr>
                <p:cNvPr id="889" name="Ink 888">
                  <a:extLst>
                    <a:ext uri="{FF2B5EF4-FFF2-40B4-BE49-F238E27FC236}">
                      <a16:creationId xmlns:a16="http://schemas.microsoft.com/office/drawing/2014/main" id="{1EFBA8F3-40B3-1030-CCAB-C2AE8C108FA4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8638635" y="3094283"/>
                  <a:ext cx="157680" cy="196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890" name="Ink 889">
                  <a:extLst>
                    <a:ext uri="{FF2B5EF4-FFF2-40B4-BE49-F238E27FC236}">
                      <a16:creationId xmlns:a16="http://schemas.microsoft.com/office/drawing/2014/main" id="{95370C1D-01BD-2B29-B36D-716357DD06B8}"/>
                    </a:ext>
                  </a:extLst>
                </p14:cNvPr>
                <p14:cNvContentPartPr/>
                <p14:nvPr/>
              </p14:nvContentPartPr>
              <p14:xfrm>
                <a:off x="8858595" y="3038745"/>
                <a:ext cx="115920" cy="66600"/>
              </p14:xfrm>
            </p:contentPart>
          </mc:Choice>
          <mc:Fallback xmlns="">
            <p:pic>
              <p:nvPicPr>
                <p:cNvPr id="890" name="Ink 889">
                  <a:extLst>
                    <a:ext uri="{FF2B5EF4-FFF2-40B4-BE49-F238E27FC236}">
                      <a16:creationId xmlns:a16="http://schemas.microsoft.com/office/drawing/2014/main" id="{95370C1D-01BD-2B29-B36D-716357DD06B8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8849595" y="3029745"/>
                  <a:ext cx="1335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891" name="Ink 890">
                  <a:extLst>
                    <a:ext uri="{FF2B5EF4-FFF2-40B4-BE49-F238E27FC236}">
                      <a16:creationId xmlns:a16="http://schemas.microsoft.com/office/drawing/2014/main" id="{5A3D7CE5-B4BD-CADF-F297-5002F9ED4510}"/>
                    </a:ext>
                  </a:extLst>
                </p14:cNvPr>
                <p14:cNvContentPartPr/>
                <p14:nvPr/>
              </p14:nvContentPartPr>
              <p14:xfrm>
                <a:off x="9032115" y="2973585"/>
                <a:ext cx="79920" cy="126360"/>
              </p14:xfrm>
            </p:contentPart>
          </mc:Choice>
          <mc:Fallback xmlns="">
            <p:pic>
              <p:nvPicPr>
                <p:cNvPr id="891" name="Ink 890">
                  <a:extLst>
                    <a:ext uri="{FF2B5EF4-FFF2-40B4-BE49-F238E27FC236}">
                      <a16:creationId xmlns:a16="http://schemas.microsoft.com/office/drawing/2014/main" id="{5A3D7CE5-B4BD-CADF-F297-5002F9ED4510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9023115" y="2964585"/>
                  <a:ext cx="975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892" name="Ink 891">
                  <a:extLst>
                    <a:ext uri="{FF2B5EF4-FFF2-40B4-BE49-F238E27FC236}">
                      <a16:creationId xmlns:a16="http://schemas.microsoft.com/office/drawing/2014/main" id="{0FFFF3EE-F7AE-E318-F5A6-6DE8A593998C}"/>
                    </a:ext>
                  </a:extLst>
                </p14:cNvPr>
                <p14:cNvContentPartPr/>
                <p14:nvPr/>
              </p14:nvContentPartPr>
              <p14:xfrm>
                <a:off x="9124995" y="2818785"/>
                <a:ext cx="14760" cy="97560"/>
              </p14:xfrm>
            </p:contentPart>
          </mc:Choice>
          <mc:Fallback xmlns="">
            <p:pic>
              <p:nvPicPr>
                <p:cNvPr id="892" name="Ink 891">
                  <a:extLst>
                    <a:ext uri="{FF2B5EF4-FFF2-40B4-BE49-F238E27FC236}">
                      <a16:creationId xmlns:a16="http://schemas.microsoft.com/office/drawing/2014/main" id="{0FFFF3EE-F7AE-E318-F5A6-6DE8A593998C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9116209" y="2809818"/>
                  <a:ext cx="31980" cy="115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893" name="Ink 892">
                  <a:extLst>
                    <a:ext uri="{FF2B5EF4-FFF2-40B4-BE49-F238E27FC236}">
                      <a16:creationId xmlns:a16="http://schemas.microsoft.com/office/drawing/2014/main" id="{CBC2A7B0-762A-0581-580E-61764C18F394}"/>
                    </a:ext>
                  </a:extLst>
                </p14:cNvPr>
                <p14:cNvContentPartPr/>
                <p14:nvPr/>
              </p14:nvContentPartPr>
              <p14:xfrm>
                <a:off x="9173595" y="2727345"/>
                <a:ext cx="153720" cy="36720"/>
              </p14:xfrm>
            </p:contentPart>
          </mc:Choice>
          <mc:Fallback xmlns="">
            <p:pic>
              <p:nvPicPr>
                <p:cNvPr id="893" name="Ink 892">
                  <a:extLst>
                    <a:ext uri="{FF2B5EF4-FFF2-40B4-BE49-F238E27FC236}">
                      <a16:creationId xmlns:a16="http://schemas.microsoft.com/office/drawing/2014/main" id="{CBC2A7B0-762A-0581-580E-61764C18F394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9164595" y="2718432"/>
                  <a:ext cx="171360" cy="541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894" name="Ink 893">
                  <a:extLst>
                    <a:ext uri="{FF2B5EF4-FFF2-40B4-BE49-F238E27FC236}">
                      <a16:creationId xmlns:a16="http://schemas.microsoft.com/office/drawing/2014/main" id="{C89A92B6-FFCE-63E3-1F2B-637B7476AC00}"/>
                    </a:ext>
                  </a:extLst>
                </p14:cNvPr>
                <p14:cNvContentPartPr/>
                <p14:nvPr/>
              </p14:nvContentPartPr>
              <p14:xfrm>
                <a:off x="9429195" y="2766225"/>
                <a:ext cx="108000" cy="14040"/>
              </p14:xfrm>
            </p:contentPart>
          </mc:Choice>
          <mc:Fallback xmlns="">
            <p:pic>
              <p:nvPicPr>
                <p:cNvPr id="894" name="Ink 893">
                  <a:extLst>
                    <a:ext uri="{FF2B5EF4-FFF2-40B4-BE49-F238E27FC236}">
                      <a16:creationId xmlns:a16="http://schemas.microsoft.com/office/drawing/2014/main" id="{C89A92B6-FFCE-63E3-1F2B-637B7476AC00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9420195" y="2756988"/>
                  <a:ext cx="125640" cy="321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895" name="Ink 894">
                  <a:extLst>
                    <a:ext uri="{FF2B5EF4-FFF2-40B4-BE49-F238E27FC236}">
                      <a16:creationId xmlns:a16="http://schemas.microsoft.com/office/drawing/2014/main" id="{82A12771-8B10-A1EB-5496-866429EBBD40}"/>
                    </a:ext>
                  </a:extLst>
                </p14:cNvPr>
                <p14:cNvContentPartPr/>
                <p14:nvPr/>
              </p14:nvContentPartPr>
              <p14:xfrm>
                <a:off x="9600195" y="2738505"/>
                <a:ext cx="71640" cy="45360"/>
              </p14:xfrm>
            </p:contentPart>
          </mc:Choice>
          <mc:Fallback xmlns="">
            <p:pic>
              <p:nvPicPr>
                <p:cNvPr id="895" name="Ink 894">
                  <a:extLst>
                    <a:ext uri="{FF2B5EF4-FFF2-40B4-BE49-F238E27FC236}">
                      <a16:creationId xmlns:a16="http://schemas.microsoft.com/office/drawing/2014/main" id="{82A12771-8B10-A1EB-5496-866429EBBD40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9591195" y="2729505"/>
                  <a:ext cx="89280" cy="6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2">
            <p14:nvContentPartPr>
              <p14:cNvPr id="896" name="Ink 895">
                <a:extLst>
                  <a:ext uri="{FF2B5EF4-FFF2-40B4-BE49-F238E27FC236}">
                    <a16:creationId xmlns:a16="http://schemas.microsoft.com/office/drawing/2014/main" id="{1369DB08-54C4-EEED-ADF3-6F5F79E9EBAB}"/>
                  </a:ext>
                </a:extLst>
              </p14:cNvPr>
              <p14:cNvContentPartPr/>
              <p14:nvPr/>
            </p14:nvContentPartPr>
            <p14:xfrm>
              <a:off x="9682635" y="2566425"/>
              <a:ext cx="6840" cy="89280"/>
            </p14:xfrm>
          </p:contentPart>
        </mc:Choice>
        <mc:Fallback xmlns="">
          <p:pic>
            <p:nvPicPr>
              <p:cNvPr id="896" name="Ink 895">
                <a:extLst>
                  <a:ext uri="{FF2B5EF4-FFF2-40B4-BE49-F238E27FC236}">
                    <a16:creationId xmlns:a16="http://schemas.microsoft.com/office/drawing/2014/main" id="{1369DB08-54C4-EEED-ADF3-6F5F79E9EBAB}"/>
                  </a:ext>
                </a:extLst>
              </p:cNvPr>
              <p:cNvPicPr/>
              <p:nvPr/>
            </p:nvPicPr>
            <p:blipFill>
              <a:blip r:embed="rId583"/>
              <a:stretch>
                <a:fillRect/>
              </a:stretch>
            </p:blipFill>
            <p:spPr>
              <a:xfrm>
                <a:off x="9673635" y="2557425"/>
                <a:ext cx="2448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4">
            <p14:nvContentPartPr>
              <p14:cNvPr id="897" name="Ink 896">
                <a:extLst>
                  <a:ext uri="{FF2B5EF4-FFF2-40B4-BE49-F238E27FC236}">
                    <a16:creationId xmlns:a16="http://schemas.microsoft.com/office/drawing/2014/main" id="{76B5AE43-2701-DAEF-7A8D-F7E33AA78AC8}"/>
                  </a:ext>
                </a:extLst>
              </p14:cNvPr>
              <p14:cNvContentPartPr/>
              <p14:nvPr/>
            </p14:nvContentPartPr>
            <p14:xfrm>
              <a:off x="9530715" y="2433585"/>
              <a:ext cx="102960" cy="43560"/>
            </p14:xfrm>
          </p:contentPart>
        </mc:Choice>
        <mc:Fallback xmlns="">
          <p:pic>
            <p:nvPicPr>
              <p:cNvPr id="897" name="Ink 896">
                <a:extLst>
                  <a:ext uri="{FF2B5EF4-FFF2-40B4-BE49-F238E27FC236}">
                    <a16:creationId xmlns:a16="http://schemas.microsoft.com/office/drawing/2014/main" id="{76B5AE43-2701-DAEF-7A8D-F7E33AA78AC8}"/>
                  </a:ext>
                </a:extLst>
              </p:cNvPr>
              <p:cNvPicPr/>
              <p:nvPr/>
            </p:nvPicPr>
            <p:blipFill>
              <a:blip r:embed="rId585"/>
              <a:stretch>
                <a:fillRect/>
              </a:stretch>
            </p:blipFill>
            <p:spPr>
              <a:xfrm>
                <a:off x="9521683" y="2424510"/>
                <a:ext cx="120662" cy="613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6">
            <p14:nvContentPartPr>
              <p14:cNvPr id="898" name="Ink 897">
                <a:extLst>
                  <a:ext uri="{FF2B5EF4-FFF2-40B4-BE49-F238E27FC236}">
                    <a16:creationId xmlns:a16="http://schemas.microsoft.com/office/drawing/2014/main" id="{609C656B-5221-2F4E-1267-E7C85F9421F3}"/>
                  </a:ext>
                </a:extLst>
              </p14:cNvPr>
              <p14:cNvContentPartPr/>
              <p14:nvPr/>
            </p14:nvContentPartPr>
            <p14:xfrm>
              <a:off x="6643875" y="2121105"/>
              <a:ext cx="95760" cy="19800"/>
            </p14:xfrm>
          </p:contentPart>
        </mc:Choice>
        <mc:Fallback xmlns="">
          <p:pic>
            <p:nvPicPr>
              <p:cNvPr id="898" name="Ink 897">
                <a:extLst>
                  <a:ext uri="{FF2B5EF4-FFF2-40B4-BE49-F238E27FC236}">
                    <a16:creationId xmlns:a16="http://schemas.microsoft.com/office/drawing/2014/main" id="{609C656B-5221-2F4E-1267-E7C85F9421F3}"/>
                  </a:ext>
                </a:extLst>
              </p:cNvPr>
              <p:cNvPicPr/>
              <p:nvPr/>
            </p:nvPicPr>
            <p:blipFill>
              <a:blip r:embed="rId587"/>
              <a:stretch>
                <a:fillRect/>
              </a:stretch>
            </p:blipFill>
            <p:spPr>
              <a:xfrm>
                <a:off x="6634875" y="2112105"/>
                <a:ext cx="11340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8">
            <p14:nvContentPartPr>
              <p14:cNvPr id="899" name="Ink 898">
                <a:extLst>
                  <a:ext uri="{FF2B5EF4-FFF2-40B4-BE49-F238E27FC236}">
                    <a16:creationId xmlns:a16="http://schemas.microsoft.com/office/drawing/2014/main" id="{886404EA-7174-658C-5B06-6963472B983A}"/>
                  </a:ext>
                </a:extLst>
              </p14:cNvPr>
              <p14:cNvContentPartPr/>
              <p14:nvPr/>
            </p14:nvContentPartPr>
            <p14:xfrm>
              <a:off x="6890835" y="2069625"/>
              <a:ext cx="83160" cy="2880"/>
            </p14:xfrm>
          </p:contentPart>
        </mc:Choice>
        <mc:Fallback xmlns="">
          <p:pic>
            <p:nvPicPr>
              <p:cNvPr id="899" name="Ink 898">
                <a:extLst>
                  <a:ext uri="{FF2B5EF4-FFF2-40B4-BE49-F238E27FC236}">
                    <a16:creationId xmlns:a16="http://schemas.microsoft.com/office/drawing/2014/main" id="{886404EA-7174-658C-5B06-6963472B983A}"/>
                  </a:ext>
                </a:extLst>
              </p:cNvPr>
              <p:cNvPicPr/>
              <p:nvPr/>
            </p:nvPicPr>
            <p:blipFill>
              <a:blip r:embed="rId589"/>
              <a:stretch>
                <a:fillRect/>
              </a:stretch>
            </p:blipFill>
            <p:spPr>
              <a:xfrm>
                <a:off x="6881835" y="2060625"/>
                <a:ext cx="100800" cy="2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900" name="Group 899">
            <a:extLst>
              <a:ext uri="{FF2B5EF4-FFF2-40B4-BE49-F238E27FC236}">
                <a16:creationId xmlns:a16="http://schemas.microsoft.com/office/drawing/2014/main" id="{E15DFAD4-547C-8D1F-8361-25957AC2AA4A}"/>
              </a:ext>
            </a:extLst>
          </p:cNvPr>
          <p:cNvGrpSpPr/>
          <p:nvPr/>
        </p:nvGrpSpPr>
        <p:grpSpPr>
          <a:xfrm>
            <a:off x="7101075" y="1821585"/>
            <a:ext cx="714600" cy="183240"/>
            <a:chOff x="7101075" y="1821585"/>
            <a:chExt cx="714600" cy="18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901" name="Ink 900">
                  <a:extLst>
                    <a:ext uri="{FF2B5EF4-FFF2-40B4-BE49-F238E27FC236}">
                      <a16:creationId xmlns:a16="http://schemas.microsoft.com/office/drawing/2014/main" id="{4B823456-CC70-2A6D-493C-5ECF758AD57F}"/>
                    </a:ext>
                  </a:extLst>
                </p14:cNvPr>
                <p14:cNvContentPartPr/>
                <p14:nvPr/>
              </p14:nvContentPartPr>
              <p14:xfrm>
                <a:off x="7101075" y="1976385"/>
                <a:ext cx="114480" cy="28440"/>
              </p14:xfrm>
            </p:contentPart>
          </mc:Choice>
          <mc:Fallback xmlns="">
            <p:pic>
              <p:nvPicPr>
                <p:cNvPr id="901" name="Ink 900">
                  <a:extLst>
                    <a:ext uri="{FF2B5EF4-FFF2-40B4-BE49-F238E27FC236}">
                      <a16:creationId xmlns:a16="http://schemas.microsoft.com/office/drawing/2014/main" id="{4B823456-CC70-2A6D-493C-5ECF758AD57F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7092103" y="1967270"/>
                  <a:ext cx="132065" cy="463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902" name="Ink 901">
                  <a:extLst>
                    <a:ext uri="{FF2B5EF4-FFF2-40B4-BE49-F238E27FC236}">
                      <a16:creationId xmlns:a16="http://schemas.microsoft.com/office/drawing/2014/main" id="{26E90CB6-E326-3D61-9724-B806F25A1060}"/>
                    </a:ext>
                  </a:extLst>
                </p14:cNvPr>
                <p14:cNvContentPartPr/>
                <p14:nvPr/>
              </p14:nvContentPartPr>
              <p14:xfrm>
                <a:off x="7358115" y="1910505"/>
                <a:ext cx="167040" cy="26640"/>
              </p14:xfrm>
            </p:contentPart>
          </mc:Choice>
          <mc:Fallback xmlns="">
            <p:pic>
              <p:nvPicPr>
                <p:cNvPr id="902" name="Ink 901">
                  <a:extLst>
                    <a:ext uri="{FF2B5EF4-FFF2-40B4-BE49-F238E27FC236}">
                      <a16:creationId xmlns:a16="http://schemas.microsoft.com/office/drawing/2014/main" id="{26E90CB6-E326-3D61-9724-B806F25A1060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7349115" y="1901505"/>
                  <a:ext cx="1846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903" name="Ink 902">
                  <a:extLst>
                    <a:ext uri="{FF2B5EF4-FFF2-40B4-BE49-F238E27FC236}">
                      <a16:creationId xmlns:a16="http://schemas.microsoft.com/office/drawing/2014/main" id="{4D43CCF7-11CF-99E0-9B15-EBC71A0FEA15}"/>
                    </a:ext>
                  </a:extLst>
                </p14:cNvPr>
                <p14:cNvContentPartPr/>
                <p14:nvPr/>
              </p14:nvContentPartPr>
              <p14:xfrm>
                <a:off x="7663395" y="1821585"/>
                <a:ext cx="152280" cy="32040"/>
              </p14:xfrm>
            </p:contentPart>
          </mc:Choice>
          <mc:Fallback xmlns="">
            <p:pic>
              <p:nvPicPr>
                <p:cNvPr id="903" name="Ink 902">
                  <a:extLst>
                    <a:ext uri="{FF2B5EF4-FFF2-40B4-BE49-F238E27FC236}">
                      <a16:creationId xmlns:a16="http://schemas.microsoft.com/office/drawing/2014/main" id="{4D43CCF7-11CF-99E0-9B15-EBC71A0FEA15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7654395" y="1812585"/>
                  <a:ext cx="16992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4" name="Group 903">
            <a:extLst>
              <a:ext uri="{FF2B5EF4-FFF2-40B4-BE49-F238E27FC236}">
                <a16:creationId xmlns:a16="http://schemas.microsoft.com/office/drawing/2014/main" id="{021FA095-3C07-1494-00F9-CC8EB647B9AC}"/>
              </a:ext>
            </a:extLst>
          </p:cNvPr>
          <p:cNvGrpSpPr/>
          <p:nvPr/>
        </p:nvGrpSpPr>
        <p:grpSpPr>
          <a:xfrm>
            <a:off x="7966875" y="1743465"/>
            <a:ext cx="1251720" cy="59040"/>
            <a:chOff x="7966875" y="1743465"/>
            <a:chExt cx="1251720" cy="5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905" name="Ink 904">
                  <a:extLst>
                    <a:ext uri="{FF2B5EF4-FFF2-40B4-BE49-F238E27FC236}">
                      <a16:creationId xmlns:a16="http://schemas.microsoft.com/office/drawing/2014/main" id="{FFB5BD63-CD73-B957-E233-F6E36DE1FE51}"/>
                    </a:ext>
                  </a:extLst>
                </p14:cNvPr>
                <p14:cNvContentPartPr/>
                <p14:nvPr/>
              </p14:nvContentPartPr>
              <p14:xfrm>
                <a:off x="7966875" y="1777305"/>
                <a:ext cx="194040" cy="6120"/>
              </p14:xfrm>
            </p:contentPart>
          </mc:Choice>
          <mc:Fallback xmlns="">
            <p:pic>
              <p:nvPicPr>
                <p:cNvPr id="905" name="Ink 904">
                  <a:extLst>
                    <a:ext uri="{FF2B5EF4-FFF2-40B4-BE49-F238E27FC236}">
                      <a16:creationId xmlns:a16="http://schemas.microsoft.com/office/drawing/2014/main" id="{FFB5BD63-CD73-B957-E233-F6E36DE1FE51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7957875" y="1768305"/>
                  <a:ext cx="2116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906" name="Ink 905">
                  <a:extLst>
                    <a:ext uri="{FF2B5EF4-FFF2-40B4-BE49-F238E27FC236}">
                      <a16:creationId xmlns:a16="http://schemas.microsoft.com/office/drawing/2014/main" id="{BB466910-1E5B-A288-930E-1DCFBE4CC862}"/>
                    </a:ext>
                  </a:extLst>
                </p14:cNvPr>
                <p14:cNvContentPartPr/>
                <p14:nvPr/>
              </p14:nvContentPartPr>
              <p14:xfrm>
                <a:off x="8267475" y="1762905"/>
                <a:ext cx="130680" cy="6480"/>
              </p14:xfrm>
            </p:contentPart>
          </mc:Choice>
          <mc:Fallback xmlns="">
            <p:pic>
              <p:nvPicPr>
                <p:cNvPr id="906" name="Ink 905">
                  <a:extLst>
                    <a:ext uri="{FF2B5EF4-FFF2-40B4-BE49-F238E27FC236}">
                      <a16:creationId xmlns:a16="http://schemas.microsoft.com/office/drawing/2014/main" id="{BB466910-1E5B-A288-930E-1DCFBE4CC862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8258475" y="1753376"/>
                  <a:ext cx="148320" cy="251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907" name="Ink 906">
                  <a:extLst>
                    <a:ext uri="{FF2B5EF4-FFF2-40B4-BE49-F238E27FC236}">
                      <a16:creationId xmlns:a16="http://schemas.microsoft.com/office/drawing/2014/main" id="{FDB0A5E6-5A00-0F12-C718-DDDAF3D00255}"/>
                    </a:ext>
                  </a:extLst>
                </p14:cNvPr>
                <p14:cNvContentPartPr/>
                <p14:nvPr/>
              </p14:nvContentPartPr>
              <p14:xfrm>
                <a:off x="8505435" y="1743465"/>
                <a:ext cx="177840" cy="18720"/>
              </p14:xfrm>
            </p:contentPart>
          </mc:Choice>
          <mc:Fallback xmlns="">
            <p:pic>
              <p:nvPicPr>
                <p:cNvPr id="907" name="Ink 906">
                  <a:extLst>
                    <a:ext uri="{FF2B5EF4-FFF2-40B4-BE49-F238E27FC236}">
                      <a16:creationId xmlns:a16="http://schemas.microsoft.com/office/drawing/2014/main" id="{FDB0A5E6-5A00-0F12-C718-DDDAF3D00255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8496435" y="1734465"/>
                  <a:ext cx="1954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908" name="Ink 907">
                  <a:extLst>
                    <a:ext uri="{FF2B5EF4-FFF2-40B4-BE49-F238E27FC236}">
                      <a16:creationId xmlns:a16="http://schemas.microsoft.com/office/drawing/2014/main" id="{81A46BFF-F605-9297-7C98-91C942209F32}"/>
                    </a:ext>
                  </a:extLst>
                </p14:cNvPr>
                <p14:cNvContentPartPr/>
                <p14:nvPr/>
              </p14:nvContentPartPr>
              <p14:xfrm>
                <a:off x="8792355" y="1747785"/>
                <a:ext cx="202320" cy="24480"/>
              </p14:xfrm>
            </p:contentPart>
          </mc:Choice>
          <mc:Fallback xmlns="">
            <p:pic>
              <p:nvPicPr>
                <p:cNvPr id="908" name="Ink 907">
                  <a:extLst>
                    <a:ext uri="{FF2B5EF4-FFF2-40B4-BE49-F238E27FC236}">
                      <a16:creationId xmlns:a16="http://schemas.microsoft.com/office/drawing/2014/main" id="{81A46BFF-F605-9297-7C98-91C942209F32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8783339" y="1738785"/>
                  <a:ext cx="219991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909" name="Ink 908">
                  <a:extLst>
                    <a:ext uri="{FF2B5EF4-FFF2-40B4-BE49-F238E27FC236}">
                      <a16:creationId xmlns:a16="http://schemas.microsoft.com/office/drawing/2014/main" id="{55E24FDA-D7A0-9BDF-2EC6-0345233E8049}"/>
                    </a:ext>
                  </a:extLst>
                </p14:cNvPr>
                <p14:cNvContentPartPr/>
                <p14:nvPr/>
              </p14:nvContentPartPr>
              <p14:xfrm>
                <a:off x="9097275" y="1760385"/>
                <a:ext cx="121320" cy="42120"/>
              </p14:xfrm>
            </p:contentPart>
          </mc:Choice>
          <mc:Fallback xmlns="">
            <p:pic>
              <p:nvPicPr>
                <p:cNvPr id="909" name="Ink 908">
                  <a:extLst>
                    <a:ext uri="{FF2B5EF4-FFF2-40B4-BE49-F238E27FC236}">
                      <a16:creationId xmlns:a16="http://schemas.microsoft.com/office/drawing/2014/main" id="{55E24FDA-D7A0-9BDF-2EC6-0345233E8049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9088302" y="1751385"/>
                  <a:ext cx="138908" cy="5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6">
            <p14:nvContentPartPr>
              <p14:cNvPr id="910" name="Ink 909">
                <a:extLst>
                  <a:ext uri="{FF2B5EF4-FFF2-40B4-BE49-F238E27FC236}">
                    <a16:creationId xmlns:a16="http://schemas.microsoft.com/office/drawing/2014/main" id="{68019933-6BFF-B372-20E3-9BB8A508F750}"/>
                  </a:ext>
                </a:extLst>
              </p14:cNvPr>
              <p14:cNvContentPartPr/>
              <p14:nvPr/>
            </p14:nvContentPartPr>
            <p14:xfrm>
              <a:off x="9248835" y="1893225"/>
              <a:ext cx="33120" cy="118440"/>
            </p14:xfrm>
          </p:contentPart>
        </mc:Choice>
        <mc:Fallback xmlns="">
          <p:pic>
            <p:nvPicPr>
              <p:cNvPr id="910" name="Ink 909">
                <a:extLst>
                  <a:ext uri="{FF2B5EF4-FFF2-40B4-BE49-F238E27FC236}">
                    <a16:creationId xmlns:a16="http://schemas.microsoft.com/office/drawing/2014/main" id="{68019933-6BFF-B372-20E3-9BB8A508F750}"/>
                  </a:ext>
                </a:extLst>
              </p:cNvPr>
              <p:cNvPicPr/>
              <p:nvPr/>
            </p:nvPicPr>
            <p:blipFill>
              <a:blip r:embed="rId607"/>
              <a:stretch>
                <a:fillRect/>
              </a:stretch>
            </p:blipFill>
            <p:spPr>
              <a:xfrm>
                <a:off x="9239835" y="1884225"/>
                <a:ext cx="5076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8">
            <p14:nvContentPartPr>
              <p14:cNvPr id="911" name="Ink 910">
                <a:extLst>
                  <a:ext uri="{FF2B5EF4-FFF2-40B4-BE49-F238E27FC236}">
                    <a16:creationId xmlns:a16="http://schemas.microsoft.com/office/drawing/2014/main" id="{AAF24298-4007-2076-41FC-BBF033345097}"/>
                  </a:ext>
                </a:extLst>
              </p14:cNvPr>
              <p14:cNvContentPartPr/>
              <p14:nvPr/>
            </p14:nvContentPartPr>
            <p14:xfrm>
              <a:off x="9292395" y="2096625"/>
              <a:ext cx="25200" cy="125640"/>
            </p14:xfrm>
          </p:contentPart>
        </mc:Choice>
        <mc:Fallback xmlns="">
          <p:pic>
            <p:nvPicPr>
              <p:cNvPr id="911" name="Ink 910">
                <a:extLst>
                  <a:ext uri="{FF2B5EF4-FFF2-40B4-BE49-F238E27FC236}">
                    <a16:creationId xmlns:a16="http://schemas.microsoft.com/office/drawing/2014/main" id="{AAF24298-4007-2076-41FC-BBF033345097}"/>
                  </a:ext>
                </a:extLst>
              </p:cNvPr>
              <p:cNvPicPr/>
              <p:nvPr/>
            </p:nvPicPr>
            <p:blipFill>
              <a:blip r:embed="rId609"/>
              <a:stretch>
                <a:fillRect/>
              </a:stretch>
            </p:blipFill>
            <p:spPr>
              <a:xfrm>
                <a:off x="9283395" y="2087625"/>
                <a:ext cx="42840" cy="14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12" name="Group 911">
            <a:extLst>
              <a:ext uri="{FF2B5EF4-FFF2-40B4-BE49-F238E27FC236}">
                <a16:creationId xmlns:a16="http://schemas.microsoft.com/office/drawing/2014/main" id="{2B2F3FAF-41CC-03D3-C4B4-EAECBC6BDA31}"/>
              </a:ext>
            </a:extLst>
          </p:cNvPr>
          <p:cNvGrpSpPr/>
          <p:nvPr/>
        </p:nvGrpSpPr>
        <p:grpSpPr>
          <a:xfrm>
            <a:off x="9338475" y="2321985"/>
            <a:ext cx="218160" cy="119520"/>
            <a:chOff x="9338475" y="2321985"/>
            <a:chExt cx="218160" cy="11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913" name="Ink 912">
                  <a:extLst>
                    <a:ext uri="{FF2B5EF4-FFF2-40B4-BE49-F238E27FC236}">
                      <a16:creationId xmlns:a16="http://schemas.microsoft.com/office/drawing/2014/main" id="{3EEC447C-9E88-E2B9-48CA-D394523A5858}"/>
                    </a:ext>
                  </a:extLst>
                </p14:cNvPr>
                <p14:cNvContentPartPr/>
                <p14:nvPr/>
              </p14:nvContentPartPr>
              <p14:xfrm>
                <a:off x="9338475" y="2321985"/>
                <a:ext cx="67320" cy="63000"/>
              </p14:xfrm>
            </p:contentPart>
          </mc:Choice>
          <mc:Fallback xmlns="">
            <p:pic>
              <p:nvPicPr>
                <p:cNvPr id="913" name="Ink 912">
                  <a:extLst>
                    <a:ext uri="{FF2B5EF4-FFF2-40B4-BE49-F238E27FC236}">
                      <a16:creationId xmlns:a16="http://schemas.microsoft.com/office/drawing/2014/main" id="{3EEC447C-9E88-E2B9-48CA-D394523A5858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9329427" y="2312985"/>
                  <a:ext cx="85055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914" name="Ink 913">
                  <a:extLst>
                    <a:ext uri="{FF2B5EF4-FFF2-40B4-BE49-F238E27FC236}">
                      <a16:creationId xmlns:a16="http://schemas.microsoft.com/office/drawing/2014/main" id="{220CCC96-8D31-F137-E492-0DEC219D9DE4}"/>
                    </a:ext>
                  </a:extLst>
                </p14:cNvPr>
                <p14:cNvContentPartPr/>
                <p14:nvPr/>
              </p14:nvContentPartPr>
              <p14:xfrm>
                <a:off x="9464835" y="2419905"/>
                <a:ext cx="91800" cy="21600"/>
              </p14:xfrm>
            </p:contentPart>
          </mc:Choice>
          <mc:Fallback xmlns="">
            <p:pic>
              <p:nvPicPr>
                <p:cNvPr id="914" name="Ink 913">
                  <a:extLst>
                    <a:ext uri="{FF2B5EF4-FFF2-40B4-BE49-F238E27FC236}">
                      <a16:creationId xmlns:a16="http://schemas.microsoft.com/office/drawing/2014/main" id="{220CCC96-8D31-F137-E492-0DEC219D9DE4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9455835" y="2410905"/>
                  <a:ext cx="109440" cy="39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15" name="TextBox 914">
            <a:extLst>
              <a:ext uri="{FF2B5EF4-FFF2-40B4-BE49-F238E27FC236}">
                <a16:creationId xmlns:a16="http://schemas.microsoft.com/office/drawing/2014/main" id="{0C14CA3B-2C85-1D80-7501-881F0DB0CF7F}"/>
              </a:ext>
            </a:extLst>
          </p:cNvPr>
          <p:cNvSpPr txBox="1"/>
          <p:nvPr/>
        </p:nvSpPr>
        <p:spPr>
          <a:xfrm>
            <a:off x="6728355" y="1497786"/>
            <a:ext cx="1414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Scrap Dealers</a:t>
            </a:r>
            <a:endParaRPr lang="en-US" sz="1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14">
            <p14:nvContentPartPr>
              <p14:cNvPr id="916" name="Ink 915">
                <a:extLst>
                  <a:ext uri="{FF2B5EF4-FFF2-40B4-BE49-F238E27FC236}">
                    <a16:creationId xmlns:a16="http://schemas.microsoft.com/office/drawing/2014/main" id="{95027EAF-656E-ADC7-EF58-A7A7A136252F}"/>
                  </a:ext>
                </a:extLst>
              </p14:cNvPr>
              <p14:cNvContentPartPr/>
              <p14:nvPr/>
            </p14:nvContentPartPr>
            <p14:xfrm>
              <a:off x="9234075" y="2030025"/>
              <a:ext cx="47160" cy="141480"/>
            </p14:xfrm>
          </p:contentPart>
        </mc:Choice>
        <mc:Fallback xmlns="">
          <p:pic>
            <p:nvPicPr>
              <p:cNvPr id="916" name="Ink 915">
                <a:extLst>
                  <a:ext uri="{FF2B5EF4-FFF2-40B4-BE49-F238E27FC236}">
                    <a16:creationId xmlns:a16="http://schemas.microsoft.com/office/drawing/2014/main" id="{95027EAF-656E-ADC7-EF58-A7A7A136252F}"/>
                  </a:ext>
                </a:extLst>
              </p:cNvPr>
              <p:cNvPicPr/>
              <p:nvPr/>
            </p:nvPicPr>
            <p:blipFill>
              <a:blip r:embed="rId615"/>
              <a:stretch>
                <a:fillRect/>
              </a:stretch>
            </p:blipFill>
            <p:spPr>
              <a:xfrm>
                <a:off x="9225075" y="2021025"/>
                <a:ext cx="6480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6">
            <p14:nvContentPartPr>
              <p14:cNvPr id="917" name="Ink 916">
                <a:extLst>
                  <a:ext uri="{FF2B5EF4-FFF2-40B4-BE49-F238E27FC236}">
                    <a16:creationId xmlns:a16="http://schemas.microsoft.com/office/drawing/2014/main" id="{33422933-5163-B98D-E72A-83AA80544F48}"/>
                  </a:ext>
                </a:extLst>
              </p14:cNvPr>
              <p14:cNvContentPartPr/>
              <p14:nvPr/>
            </p14:nvContentPartPr>
            <p14:xfrm>
              <a:off x="9240195" y="2259345"/>
              <a:ext cx="29880" cy="113040"/>
            </p14:xfrm>
          </p:contentPart>
        </mc:Choice>
        <mc:Fallback xmlns="">
          <p:pic>
            <p:nvPicPr>
              <p:cNvPr id="917" name="Ink 916">
                <a:extLst>
                  <a:ext uri="{FF2B5EF4-FFF2-40B4-BE49-F238E27FC236}">
                    <a16:creationId xmlns:a16="http://schemas.microsoft.com/office/drawing/2014/main" id="{33422933-5163-B98D-E72A-83AA80544F48}"/>
                  </a:ext>
                </a:extLst>
              </p:cNvPr>
              <p:cNvPicPr/>
              <p:nvPr/>
            </p:nvPicPr>
            <p:blipFill>
              <a:blip r:embed="rId617"/>
              <a:stretch>
                <a:fillRect/>
              </a:stretch>
            </p:blipFill>
            <p:spPr>
              <a:xfrm>
                <a:off x="9231195" y="2250345"/>
                <a:ext cx="47520" cy="13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918" name="Group 917">
            <a:extLst>
              <a:ext uri="{FF2B5EF4-FFF2-40B4-BE49-F238E27FC236}">
                <a16:creationId xmlns:a16="http://schemas.microsoft.com/office/drawing/2014/main" id="{E9639340-2FCA-0520-0164-D9FD0772BC22}"/>
              </a:ext>
            </a:extLst>
          </p:cNvPr>
          <p:cNvGrpSpPr/>
          <p:nvPr/>
        </p:nvGrpSpPr>
        <p:grpSpPr>
          <a:xfrm>
            <a:off x="9320835" y="2429265"/>
            <a:ext cx="281520" cy="114840"/>
            <a:chOff x="9320835" y="2429265"/>
            <a:chExt cx="281520" cy="11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919" name="Ink 918">
                  <a:extLst>
                    <a:ext uri="{FF2B5EF4-FFF2-40B4-BE49-F238E27FC236}">
                      <a16:creationId xmlns:a16="http://schemas.microsoft.com/office/drawing/2014/main" id="{4990AD6B-0AE1-F6AE-AA5A-107B7C13FD7F}"/>
                    </a:ext>
                  </a:extLst>
                </p14:cNvPr>
                <p14:cNvContentPartPr/>
                <p14:nvPr/>
              </p14:nvContentPartPr>
              <p14:xfrm>
                <a:off x="9320835" y="2429265"/>
                <a:ext cx="122400" cy="59760"/>
              </p14:xfrm>
            </p:contentPart>
          </mc:Choice>
          <mc:Fallback xmlns="">
            <p:pic>
              <p:nvPicPr>
                <p:cNvPr id="919" name="Ink 918">
                  <a:extLst>
                    <a:ext uri="{FF2B5EF4-FFF2-40B4-BE49-F238E27FC236}">
                      <a16:creationId xmlns:a16="http://schemas.microsoft.com/office/drawing/2014/main" id="{4990AD6B-0AE1-F6AE-AA5A-107B7C13FD7F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9311835" y="2420210"/>
                  <a:ext cx="140040" cy="775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920" name="Ink 919">
                  <a:extLst>
                    <a:ext uri="{FF2B5EF4-FFF2-40B4-BE49-F238E27FC236}">
                      <a16:creationId xmlns:a16="http://schemas.microsoft.com/office/drawing/2014/main" id="{12A04A17-F770-3023-FCA0-2BD9E57316AA}"/>
                    </a:ext>
                  </a:extLst>
                </p14:cNvPr>
                <p14:cNvContentPartPr/>
                <p14:nvPr/>
              </p14:nvContentPartPr>
              <p14:xfrm>
                <a:off x="9535035" y="2503065"/>
                <a:ext cx="67320" cy="41040"/>
              </p14:xfrm>
            </p:contentPart>
          </mc:Choice>
          <mc:Fallback xmlns="">
            <p:pic>
              <p:nvPicPr>
                <p:cNvPr id="920" name="Ink 919">
                  <a:extLst>
                    <a:ext uri="{FF2B5EF4-FFF2-40B4-BE49-F238E27FC236}">
                      <a16:creationId xmlns:a16="http://schemas.microsoft.com/office/drawing/2014/main" id="{12A04A17-F770-3023-FCA0-2BD9E57316AA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9526035" y="2494065"/>
                  <a:ext cx="84960" cy="5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2">
            <p14:nvContentPartPr>
              <p14:cNvPr id="921" name="Ink 920">
                <a:extLst>
                  <a:ext uri="{FF2B5EF4-FFF2-40B4-BE49-F238E27FC236}">
                    <a16:creationId xmlns:a16="http://schemas.microsoft.com/office/drawing/2014/main" id="{4C88F2E1-4ED8-1EB2-E3FA-C7C49EACC118}"/>
                  </a:ext>
                </a:extLst>
              </p14:cNvPr>
              <p14:cNvContentPartPr/>
              <p14:nvPr/>
            </p14:nvContentPartPr>
            <p14:xfrm>
              <a:off x="9633315" y="2640945"/>
              <a:ext cx="39240" cy="109440"/>
            </p14:xfrm>
          </p:contentPart>
        </mc:Choice>
        <mc:Fallback xmlns="">
          <p:pic>
            <p:nvPicPr>
              <p:cNvPr id="921" name="Ink 920">
                <a:extLst>
                  <a:ext uri="{FF2B5EF4-FFF2-40B4-BE49-F238E27FC236}">
                    <a16:creationId xmlns:a16="http://schemas.microsoft.com/office/drawing/2014/main" id="{4C88F2E1-4ED8-1EB2-E3FA-C7C49EACC118}"/>
                  </a:ext>
                </a:extLst>
              </p:cNvPr>
              <p:cNvPicPr/>
              <p:nvPr/>
            </p:nvPicPr>
            <p:blipFill>
              <a:blip r:embed="rId623"/>
              <a:stretch>
                <a:fillRect/>
              </a:stretch>
            </p:blipFill>
            <p:spPr>
              <a:xfrm>
                <a:off x="9624315" y="2631945"/>
                <a:ext cx="568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4">
            <p14:nvContentPartPr>
              <p14:cNvPr id="922" name="Ink 921">
                <a:extLst>
                  <a:ext uri="{FF2B5EF4-FFF2-40B4-BE49-F238E27FC236}">
                    <a16:creationId xmlns:a16="http://schemas.microsoft.com/office/drawing/2014/main" id="{9A6345F2-4764-55E5-303B-B6D9303A5ACC}"/>
                  </a:ext>
                </a:extLst>
              </p14:cNvPr>
              <p14:cNvContentPartPr/>
              <p14:nvPr/>
            </p14:nvContentPartPr>
            <p14:xfrm>
              <a:off x="9706755" y="2861985"/>
              <a:ext cx="137520" cy="2880"/>
            </p14:xfrm>
          </p:contentPart>
        </mc:Choice>
        <mc:Fallback xmlns="">
          <p:pic>
            <p:nvPicPr>
              <p:cNvPr id="922" name="Ink 921">
                <a:extLst>
                  <a:ext uri="{FF2B5EF4-FFF2-40B4-BE49-F238E27FC236}">
                    <a16:creationId xmlns:a16="http://schemas.microsoft.com/office/drawing/2014/main" id="{9A6345F2-4764-55E5-303B-B6D9303A5ACC}"/>
                  </a:ext>
                </a:extLst>
              </p:cNvPr>
              <p:cNvPicPr/>
              <p:nvPr/>
            </p:nvPicPr>
            <p:blipFill>
              <a:blip r:embed="rId625"/>
              <a:stretch>
                <a:fillRect/>
              </a:stretch>
            </p:blipFill>
            <p:spPr>
              <a:xfrm>
                <a:off x="9697755" y="2853985"/>
                <a:ext cx="155160" cy="1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6">
            <p14:nvContentPartPr>
              <p14:cNvPr id="923" name="Ink 922">
                <a:extLst>
                  <a:ext uri="{FF2B5EF4-FFF2-40B4-BE49-F238E27FC236}">
                    <a16:creationId xmlns:a16="http://schemas.microsoft.com/office/drawing/2014/main" id="{A73816C3-FDD8-5DC6-F654-9106EA196B73}"/>
                  </a:ext>
                </a:extLst>
              </p14:cNvPr>
              <p14:cNvContentPartPr/>
              <p14:nvPr/>
            </p14:nvContentPartPr>
            <p14:xfrm>
              <a:off x="10000515" y="2869545"/>
              <a:ext cx="71640" cy="360"/>
            </p14:xfrm>
          </p:contentPart>
        </mc:Choice>
        <mc:Fallback xmlns="">
          <p:pic>
            <p:nvPicPr>
              <p:cNvPr id="923" name="Ink 922">
                <a:extLst>
                  <a:ext uri="{FF2B5EF4-FFF2-40B4-BE49-F238E27FC236}">
                    <a16:creationId xmlns:a16="http://schemas.microsoft.com/office/drawing/2014/main" id="{A73816C3-FDD8-5DC6-F654-9106EA196B73}"/>
                  </a:ext>
                </a:extLst>
              </p:cNvPr>
              <p:cNvPicPr/>
              <p:nvPr/>
            </p:nvPicPr>
            <p:blipFill>
              <a:blip r:embed="rId627"/>
              <a:stretch>
                <a:fillRect/>
              </a:stretch>
            </p:blipFill>
            <p:spPr>
              <a:xfrm>
                <a:off x="9991470" y="2860545"/>
                <a:ext cx="89369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24" name="Group 923">
            <a:extLst>
              <a:ext uri="{FF2B5EF4-FFF2-40B4-BE49-F238E27FC236}">
                <a16:creationId xmlns:a16="http://schemas.microsoft.com/office/drawing/2014/main" id="{6132E69B-2F90-7D7B-8BDB-BAB3A08FDEC3}"/>
              </a:ext>
            </a:extLst>
          </p:cNvPr>
          <p:cNvGrpSpPr/>
          <p:nvPr/>
        </p:nvGrpSpPr>
        <p:grpSpPr>
          <a:xfrm>
            <a:off x="10242795" y="2883945"/>
            <a:ext cx="1650600" cy="298080"/>
            <a:chOff x="10242795" y="2883945"/>
            <a:chExt cx="1650600" cy="29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925" name="Ink 924">
                  <a:extLst>
                    <a:ext uri="{FF2B5EF4-FFF2-40B4-BE49-F238E27FC236}">
                      <a16:creationId xmlns:a16="http://schemas.microsoft.com/office/drawing/2014/main" id="{7ABD8D79-A55A-ED77-58D5-F6DB27BB5D93}"/>
                    </a:ext>
                  </a:extLst>
                </p14:cNvPr>
                <p14:cNvContentPartPr/>
                <p14:nvPr/>
              </p14:nvContentPartPr>
              <p14:xfrm>
                <a:off x="10242795" y="2883945"/>
                <a:ext cx="101880" cy="28440"/>
              </p14:xfrm>
            </p:contentPart>
          </mc:Choice>
          <mc:Fallback xmlns="">
            <p:pic>
              <p:nvPicPr>
                <p:cNvPr id="925" name="Ink 924">
                  <a:extLst>
                    <a:ext uri="{FF2B5EF4-FFF2-40B4-BE49-F238E27FC236}">
                      <a16:creationId xmlns:a16="http://schemas.microsoft.com/office/drawing/2014/main" id="{7ABD8D79-A55A-ED77-58D5-F6DB27BB5D93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0233827" y="2874830"/>
                  <a:ext cx="119458" cy="463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926" name="Ink 925">
                  <a:extLst>
                    <a:ext uri="{FF2B5EF4-FFF2-40B4-BE49-F238E27FC236}">
                      <a16:creationId xmlns:a16="http://schemas.microsoft.com/office/drawing/2014/main" id="{AFCA650E-08F5-795C-0BA2-651959DC6583}"/>
                    </a:ext>
                  </a:extLst>
                </p14:cNvPr>
                <p14:cNvContentPartPr/>
                <p14:nvPr/>
              </p14:nvContentPartPr>
              <p14:xfrm>
                <a:off x="10488315" y="2949105"/>
                <a:ext cx="112680" cy="57240"/>
              </p14:xfrm>
            </p:contentPart>
          </mc:Choice>
          <mc:Fallback xmlns="">
            <p:pic>
              <p:nvPicPr>
                <p:cNvPr id="926" name="Ink 925">
                  <a:extLst>
                    <a:ext uri="{FF2B5EF4-FFF2-40B4-BE49-F238E27FC236}">
                      <a16:creationId xmlns:a16="http://schemas.microsoft.com/office/drawing/2014/main" id="{AFCA650E-08F5-795C-0BA2-651959DC6583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10479344" y="2940048"/>
                  <a:ext cx="130264" cy="749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927" name="Ink 926">
                  <a:extLst>
                    <a:ext uri="{FF2B5EF4-FFF2-40B4-BE49-F238E27FC236}">
                      <a16:creationId xmlns:a16="http://schemas.microsoft.com/office/drawing/2014/main" id="{DDB41B1B-5C4F-CE9C-73DF-2DCBE575DB12}"/>
                    </a:ext>
                  </a:extLst>
                </p14:cNvPr>
                <p14:cNvContentPartPr/>
                <p14:nvPr/>
              </p14:nvContentPartPr>
              <p14:xfrm>
                <a:off x="10642395" y="3104985"/>
                <a:ext cx="143280" cy="29160"/>
              </p14:xfrm>
            </p:contentPart>
          </mc:Choice>
          <mc:Fallback xmlns="">
            <p:pic>
              <p:nvPicPr>
                <p:cNvPr id="927" name="Ink 926">
                  <a:extLst>
                    <a:ext uri="{FF2B5EF4-FFF2-40B4-BE49-F238E27FC236}">
                      <a16:creationId xmlns:a16="http://schemas.microsoft.com/office/drawing/2014/main" id="{DDB41B1B-5C4F-CE9C-73DF-2DCBE575DB12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0633418" y="3095985"/>
                  <a:ext cx="160876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928" name="Ink 927">
                  <a:extLst>
                    <a:ext uri="{FF2B5EF4-FFF2-40B4-BE49-F238E27FC236}">
                      <a16:creationId xmlns:a16="http://schemas.microsoft.com/office/drawing/2014/main" id="{2E13A212-CE4B-D163-F6B4-60DD99BAF52C}"/>
                    </a:ext>
                  </a:extLst>
                </p14:cNvPr>
                <p14:cNvContentPartPr/>
                <p14:nvPr/>
              </p14:nvContentPartPr>
              <p14:xfrm>
                <a:off x="10931835" y="3152505"/>
                <a:ext cx="111240" cy="7200"/>
              </p14:xfrm>
            </p:contentPart>
          </mc:Choice>
          <mc:Fallback xmlns="">
            <p:pic>
              <p:nvPicPr>
                <p:cNvPr id="928" name="Ink 927">
                  <a:extLst>
                    <a:ext uri="{FF2B5EF4-FFF2-40B4-BE49-F238E27FC236}">
                      <a16:creationId xmlns:a16="http://schemas.microsoft.com/office/drawing/2014/main" id="{2E13A212-CE4B-D163-F6B4-60DD99BAF52C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10922806" y="3143505"/>
                  <a:ext cx="128937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929" name="Ink 928">
                  <a:extLst>
                    <a:ext uri="{FF2B5EF4-FFF2-40B4-BE49-F238E27FC236}">
                      <a16:creationId xmlns:a16="http://schemas.microsoft.com/office/drawing/2014/main" id="{F081CC1E-16BB-7C5E-2279-F6E949DB40C1}"/>
                    </a:ext>
                  </a:extLst>
                </p14:cNvPr>
                <p14:cNvContentPartPr/>
                <p14:nvPr/>
              </p14:nvContentPartPr>
              <p14:xfrm>
                <a:off x="11131635" y="3174465"/>
                <a:ext cx="153360" cy="7560"/>
              </p14:xfrm>
            </p:contentPart>
          </mc:Choice>
          <mc:Fallback xmlns="">
            <p:pic>
              <p:nvPicPr>
                <p:cNvPr id="929" name="Ink 928">
                  <a:extLst>
                    <a:ext uri="{FF2B5EF4-FFF2-40B4-BE49-F238E27FC236}">
                      <a16:creationId xmlns:a16="http://schemas.microsoft.com/office/drawing/2014/main" id="{F081CC1E-16BB-7C5E-2279-F6E949DB40C1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11122635" y="3165465"/>
                  <a:ext cx="1710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930" name="Ink 929">
                  <a:extLst>
                    <a:ext uri="{FF2B5EF4-FFF2-40B4-BE49-F238E27FC236}">
                      <a16:creationId xmlns:a16="http://schemas.microsoft.com/office/drawing/2014/main" id="{D1B07C84-4225-3DAE-C948-52D841594AF4}"/>
                    </a:ext>
                  </a:extLst>
                </p14:cNvPr>
                <p14:cNvContentPartPr/>
                <p14:nvPr/>
              </p14:nvContentPartPr>
              <p14:xfrm>
                <a:off x="11412795" y="3148185"/>
                <a:ext cx="111960" cy="21600"/>
              </p14:xfrm>
            </p:contentPart>
          </mc:Choice>
          <mc:Fallback xmlns="">
            <p:pic>
              <p:nvPicPr>
                <p:cNvPr id="930" name="Ink 929">
                  <a:extLst>
                    <a:ext uri="{FF2B5EF4-FFF2-40B4-BE49-F238E27FC236}">
                      <a16:creationId xmlns:a16="http://schemas.microsoft.com/office/drawing/2014/main" id="{D1B07C84-4225-3DAE-C948-52D841594AF4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11403824" y="3139185"/>
                  <a:ext cx="129543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931" name="Ink 930">
                  <a:extLst>
                    <a:ext uri="{FF2B5EF4-FFF2-40B4-BE49-F238E27FC236}">
                      <a16:creationId xmlns:a16="http://schemas.microsoft.com/office/drawing/2014/main" id="{EC05FC64-CBA0-6646-110B-580772F76E8D}"/>
                    </a:ext>
                  </a:extLst>
                </p14:cNvPr>
                <p14:cNvContentPartPr/>
                <p14:nvPr/>
              </p14:nvContentPartPr>
              <p14:xfrm>
                <a:off x="11653995" y="3132705"/>
                <a:ext cx="103680" cy="26640"/>
              </p14:xfrm>
            </p:contentPart>
          </mc:Choice>
          <mc:Fallback xmlns="">
            <p:pic>
              <p:nvPicPr>
                <p:cNvPr id="931" name="Ink 930">
                  <a:extLst>
                    <a:ext uri="{FF2B5EF4-FFF2-40B4-BE49-F238E27FC236}">
                      <a16:creationId xmlns:a16="http://schemas.microsoft.com/office/drawing/2014/main" id="{EC05FC64-CBA0-6646-110B-580772F76E8D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11644995" y="3123705"/>
                  <a:ext cx="1213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932" name="Ink 931">
                  <a:extLst>
                    <a:ext uri="{FF2B5EF4-FFF2-40B4-BE49-F238E27FC236}">
                      <a16:creationId xmlns:a16="http://schemas.microsoft.com/office/drawing/2014/main" id="{EE2ABE29-A03C-B591-B812-0C82239768B7}"/>
                    </a:ext>
                  </a:extLst>
                </p14:cNvPr>
                <p14:cNvContentPartPr/>
                <p14:nvPr/>
              </p14:nvContentPartPr>
              <p14:xfrm>
                <a:off x="11845515" y="2992305"/>
                <a:ext cx="47880" cy="91080"/>
              </p14:xfrm>
            </p:contentPart>
          </mc:Choice>
          <mc:Fallback xmlns="">
            <p:pic>
              <p:nvPicPr>
                <p:cNvPr id="932" name="Ink 931">
                  <a:extLst>
                    <a:ext uri="{FF2B5EF4-FFF2-40B4-BE49-F238E27FC236}">
                      <a16:creationId xmlns:a16="http://schemas.microsoft.com/office/drawing/2014/main" id="{EE2ABE29-A03C-B591-B812-0C82239768B7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11836515" y="2983269"/>
                  <a:ext cx="65520" cy="10879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4">
            <p14:nvContentPartPr>
              <p14:cNvPr id="933" name="Ink 932">
                <a:extLst>
                  <a:ext uri="{FF2B5EF4-FFF2-40B4-BE49-F238E27FC236}">
                    <a16:creationId xmlns:a16="http://schemas.microsoft.com/office/drawing/2014/main" id="{F9CB76E5-C774-EAF4-C898-015D8A29FCFB}"/>
                  </a:ext>
                </a:extLst>
              </p14:cNvPr>
              <p14:cNvContentPartPr/>
              <p14:nvPr/>
            </p14:nvContentPartPr>
            <p14:xfrm>
              <a:off x="11880075" y="2749305"/>
              <a:ext cx="19080" cy="146880"/>
            </p14:xfrm>
          </p:contentPart>
        </mc:Choice>
        <mc:Fallback xmlns="">
          <p:pic>
            <p:nvPicPr>
              <p:cNvPr id="933" name="Ink 932">
                <a:extLst>
                  <a:ext uri="{FF2B5EF4-FFF2-40B4-BE49-F238E27FC236}">
                    <a16:creationId xmlns:a16="http://schemas.microsoft.com/office/drawing/2014/main" id="{F9CB76E5-C774-EAF4-C898-015D8A29FCFB}"/>
                  </a:ext>
                </a:extLst>
              </p:cNvPr>
              <p:cNvPicPr/>
              <p:nvPr/>
            </p:nvPicPr>
            <p:blipFill>
              <a:blip r:embed="rId645"/>
              <a:stretch>
                <a:fillRect/>
              </a:stretch>
            </p:blipFill>
            <p:spPr>
              <a:xfrm>
                <a:off x="11870902" y="2740305"/>
                <a:ext cx="37059" cy="16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934" name="Group 933">
            <a:extLst>
              <a:ext uri="{FF2B5EF4-FFF2-40B4-BE49-F238E27FC236}">
                <a16:creationId xmlns:a16="http://schemas.microsoft.com/office/drawing/2014/main" id="{05E7593B-36E9-8220-123E-C6570AC0D944}"/>
              </a:ext>
            </a:extLst>
          </p:cNvPr>
          <p:cNvGrpSpPr/>
          <p:nvPr/>
        </p:nvGrpSpPr>
        <p:grpSpPr>
          <a:xfrm>
            <a:off x="11521875" y="2458065"/>
            <a:ext cx="265680" cy="210240"/>
            <a:chOff x="11521875" y="2458065"/>
            <a:chExt cx="265680" cy="21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935" name="Ink 934">
                  <a:extLst>
                    <a:ext uri="{FF2B5EF4-FFF2-40B4-BE49-F238E27FC236}">
                      <a16:creationId xmlns:a16="http://schemas.microsoft.com/office/drawing/2014/main" id="{D6E7111C-A718-438B-25B7-DF5FA262CB33}"/>
                    </a:ext>
                  </a:extLst>
                </p14:cNvPr>
                <p14:cNvContentPartPr/>
                <p14:nvPr/>
              </p14:nvContentPartPr>
              <p14:xfrm>
                <a:off x="11703315" y="2596665"/>
                <a:ext cx="84240" cy="71640"/>
              </p14:xfrm>
            </p:contentPart>
          </mc:Choice>
          <mc:Fallback xmlns="">
            <p:pic>
              <p:nvPicPr>
                <p:cNvPr id="935" name="Ink 934">
                  <a:extLst>
                    <a:ext uri="{FF2B5EF4-FFF2-40B4-BE49-F238E27FC236}">
                      <a16:creationId xmlns:a16="http://schemas.microsoft.com/office/drawing/2014/main" id="{D6E7111C-A718-438B-25B7-DF5FA262CB33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11694315" y="2587665"/>
                  <a:ext cx="1018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936" name="Ink 935">
                  <a:extLst>
                    <a:ext uri="{FF2B5EF4-FFF2-40B4-BE49-F238E27FC236}">
                      <a16:creationId xmlns:a16="http://schemas.microsoft.com/office/drawing/2014/main" id="{3E101121-3EFB-D71C-8785-F07C2D9FA80B}"/>
                    </a:ext>
                  </a:extLst>
                </p14:cNvPr>
                <p14:cNvContentPartPr/>
                <p14:nvPr/>
              </p14:nvContentPartPr>
              <p14:xfrm>
                <a:off x="11521875" y="2458065"/>
                <a:ext cx="111240" cy="93600"/>
              </p14:xfrm>
            </p:contentPart>
          </mc:Choice>
          <mc:Fallback xmlns="">
            <p:pic>
              <p:nvPicPr>
                <p:cNvPr id="936" name="Ink 935">
                  <a:extLst>
                    <a:ext uri="{FF2B5EF4-FFF2-40B4-BE49-F238E27FC236}">
                      <a16:creationId xmlns:a16="http://schemas.microsoft.com/office/drawing/2014/main" id="{3E101121-3EFB-D71C-8785-F07C2D9FA80B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11512875" y="2449030"/>
                  <a:ext cx="128880" cy="11130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7" name="Group 936">
            <a:extLst>
              <a:ext uri="{FF2B5EF4-FFF2-40B4-BE49-F238E27FC236}">
                <a16:creationId xmlns:a16="http://schemas.microsoft.com/office/drawing/2014/main" id="{4FA34077-6D97-63AB-E822-D3B14F5527DE}"/>
              </a:ext>
            </a:extLst>
          </p:cNvPr>
          <p:cNvGrpSpPr/>
          <p:nvPr/>
        </p:nvGrpSpPr>
        <p:grpSpPr>
          <a:xfrm>
            <a:off x="10507755" y="2238105"/>
            <a:ext cx="941760" cy="120600"/>
            <a:chOff x="10507755" y="2238105"/>
            <a:chExt cx="941760" cy="12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938" name="Ink 937">
                  <a:extLst>
                    <a:ext uri="{FF2B5EF4-FFF2-40B4-BE49-F238E27FC236}">
                      <a16:creationId xmlns:a16="http://schemas.microsoft.com/office/drawing/2014/main" id="{C32E792F-FB70-988D-CCB1-6E1E0D94F803}"/>
                    </a:ext>
                  </a:extLst>
                </p14:cNvPr>
                <p14:cNvContentPartPr/>
                <p14:nvPr/>
              </p14:nvContentPartPr>
              <p14:xfrm>
                <a:off x="11278875" y="2322705"/>
                <a:ext cx="170640" cy="36000"/>
              </p14:xfrm>
            </p:contentPart>
          </mc:Choice>
          <mc:Fallback xmlns="">
            <p:pic>
              <p:nvPicPr>
                <p:cNvPr id="938" name="Ink 937">
                  <a:extLst>
                    <a:ext uri="{FF2B5EF4-FFF2-40B4-BE49-F238E27FC236}">
                      <a16:creationId xmlns:a16="http://schemas.microsoft.com/office/drawing/2014/main" id="{C32E792F-FB70-988D-CCB1-6E1E0D94F803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11269875" y="2313705"/>
                  <a:ext cx="1882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939" name="Ink 938">
                  <a:extLst>
                    <a:ext uri="{FF2B5EF4-FFF2-40B4-BE49-F238E27FC236}">
                      <a16:creationId xmlns:a16="http://schemas.microsoft.com/office/drawing/2014/main" id="{5CAD0EF5-D133-189B-4D2D-A0E83EBE5BCE}"/>
                    </a:ext>
                  </a:extLst>
                </p14:cNvPr>
                <p14:cNvContentPartPr/>
                <p14:nvPr/>
              </p14:nvContentPartPr>
              <p14:xfrm>
                <a:off x="11021475" y="2335305"/>
                <a:ext cx="156960" cy="11520"/>
              </p14:xfrm>
            </p:contentPart>
          </mc:Choice>
          <mc:Fallback xmlns="">
            <p:pic>
              <p:nvPicPr>
                <p:cNvPr id="939" name="Ink 938">
                  <a:extLst>
                    <a:ext uri="{FF2B5EF4-FFF2-40B4-BE49-F238E27FC236}">
                      <a16:creationId xmlns:a16="http://schemas.microsoft.com/office/drawing/2014/main" id="{5CAD0EF5-D133-189B-4D2D-A0E83EBE5BCE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11012475" y="2326015"/>
                  <a:ext cx="174600" cy="29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940" name="Ink 939">
                  <a:extLst>
                    <a:ext uri="{FF2B5EF4-FFF2-40B4-BE49-F238E27FC236}">
                      <a16:creationId xmlns:a16="http://schemas.microsoft.com/office/drawing/2014/main" id="{C296BC92-C0A1-18F2-B790-2BBF7C3F17F7}"/>
                    </a:ext>
                  </a:extLst>
                </p14:cNvPr>
                <p14:cNvContentPartPr/>
                <p14:nvPr/>
              </p14:nvContentPartPr>
              <p14:xfrm>
                <a:off x="10730235" y="2336025"/>
                <a:ext cx="146160" cy="2160"/>
              </p14:xfrm>
            </p:contentPart>
          </mc:Choice>
          <mc:Fallback xmlns="">
            <p:pic>
              <p:nvPicPr>
                <p:cNvPr id="940" name="Ink 939">
                  <a:extLst>
                    <a:ext uri="{FF2B5EF4-FFF2-40B4-BE49-F238E27FC236}">
                      <a16:creationId xmlns:a16="http://schemas.microsoft.com/office/drawing/2014/main" id="{C296BC92-C0A1-18F2-B790-2BBF7C3F17F7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10721213" y="2327025"/>
                  <a:ext cx="163844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941" name="Ink 940">
                  <a:extLst>
                    <a:ext uri="{FF2B5EF4-FFF2-40B4-BE49-F238E27FC236}">
                      <a16:creationId xmlns:a16="http://schemas.microsoft.com/office/drawing/2014/main" id="{3D09913F-DCAF-5AC7-4E07-5316E143F529}"/>
                    </a:ext>
                  </a:extLst>
                </p14:cNvPr>
                <p14:cNvContentPartPr/>
                <p14:nvPr/>
              </p14:nvContentPartPr>
              <p14:xfrm>
                <a:off x="10507755" y="2238105"/>
                <a:ext cx="140040" cy="79200"/>
              </p14:xfrm>
            </p:contentPart>
          </mc:Choice>
          <mc:Fallback xmlns="">
            <p:pic>
              <p:nvPicPr>
                <p:cNvPr id="941" name="Ink 940">
                  <a:extLst>
                    <a:ext uri="{FF2B5EF4-FFF2-40B4-BE49-F238E27FC236}">
                      <a16:creationId xmlns:a16="http://schemas.microsoft.com/office/drawing/2014/main" id="{3D09913F-DCAF-5AC7-4E07-5316E143F529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10498755" y="2229105"/>
                  <a:ext cx="157680" cy="9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2" name="Group 941">
            <a:extLst>
              <a:ext uri="{FF2B5EF4-FFF2-40B4-BE49-F238E27FC236}">
                <a16:creationId xmlns:a16="http://schemas.microsoft.com/office/drawing/2014/main" id="{122D6D51-3A85-4CD0-5C72-18DDF53A2E61}"/>
              </a:ext>
            </a:extLst>
          </p:cNvPr>
          <p:cNvGrpSpPr/>
          <p:nvPr/>
        </p:nvGrpSpPr>
        <p:grpSpPr>
          <a:xfrm>
            <a:off x="9352155" y="1968105"/>
            <a:ext cx="1200240" cy="189720"/>
            <a:chOff x="9352155" y="1968105"/>
            <a:chExt cx="1200240" cy="1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943" name="Ink 942">
                  <a:extLst>
                    <a:ext uri="{FF2B5EF4-FFF2-40B4-BE49-F238E27FC236}">
                      <a16:creationId xmlns:a16="http://schemas.microsoft.com/office/drawing/2014/main" id="{4C737D7E-1F26-0A38-86FA-CABA815EBE48}"/>
                    </a:ext>
                  </a:extLst>
                </p14:cNvPr>
                <p14:cNvContentPartPr/>
                <p14:nvPr/>
              </p14:nvContentPartPr>
              <p14:xfrm>
                <a:off x="10435035" y="2044065"/>
                <a:ext cx="117360" cy="113760"/>
              </p14:xfrm>
            </p:contentPart>
          </mc:Choice>
          <mc:Fallback xmlns="">
            <p:pic>
              <p:nvPicPr>
                <p:cNvPr id="943" name="Ink 942">
                  <a:extLst>
                    <a:ext uri="{FF2B5EF4-FFF2-40B4-BE49-F238E27FC236}">
                      <a16:creationId xmlns:a16="http://schemas.microsoft.com/office/drawing/2014/main" id="{4C737D7E-1F26-0A38-86FA-CABA815EBE48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10426035" y="2035065"/>
                  <a:ext cx="1350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944" name="Ink 943">
                  <a:extLst>
                    <a:ext uri="{FF2B5EF4-FFF2-40B4-BE49-F238E27FC236}">
                      <a16:creationId xmlns:a16="http://schemas.microsoft.com/office/drawing/2014/main" id="{AB56D29E-7A66-1448-8239-12697FAA6143}"/>
                    </a:ext>
                  </a:extLst>
                </p14:cNvPr>
                <p14:cNvContentPartPr/>
                <p14:nvPr/>
              </p14:nvContentPartPr>
              <p14:xfrm>
                <a:off x="10239555" y="2029665"/>
                <a:ext cx="160920" cy="360"/>
              </p14:xfrm>
            </p:contentPart>
          </mc:Choice>
          <mc:Fallback xmlns="">
            <p:pic>
              <p:nvPicPr>
                <p:cNvPr id="944" name="Ink 943">
                  <a:extLst>
                    <a:ext uri="{FF2B5EF4-FFF2-40B4-BE49-F238E27FC236}">
                      <a16:creationId xmlns:a16="http://schemas.microsoft.com/office/drawing/2014/main" id="{AB56D29E-7A66-1448-8239-12697FAA6143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0230575" y="2020665"/>
                  <a:ext cx="178521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945" name="Ink 944">
                  <a:extLst>
                    <a:ext uri="{FF2B5EF4-FFF2-40B4-BE49-F238E27FC236}">
                      <a16:creationId xmlns:a16="http://schemas.microsoft.com/office/drawing/2014/main" id="{4207975F-00A0-9570-2470-66C235C6392C}"/>
                    </a:ext>
                  </a:extLst>
                </p14:cNvPr>
                <p14:cNvContentPartPr/>
                <p14:nvPr/>
              </p14:nvContentPartPr>
              <p14:xfrm>
                <a:off x="9993675" y="2017785"/>
                <a:ext cx="160200" cy="8280"/>
              </p14:xfrm>
            </p:contentPart>
          </mc:Choice>
          <mc:Fallback xmlns="">
            <p:pic>
              <p:nvPicPr>
                <p:cNvPr id="945" name="Ink 944">
                  <a:extLst>
                    <a:ext uri="{FF2B5EF4-FFF2-40B4-BE49-F238E27FC236}">
                      <a16:creationId xmlns:a16="http://schemas.microsoft.com/office/drawing/2014/main" id="{4207975F-00A0-9570-2470-66C235C6392C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9984675" y="2008785"/>
                  <a:ext cx="1778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946" name="Ink 945">
                  <a:extLst>
                    <a:ext uri="{FF2B5EF4-FFF2-40B4-BE49-F238E27FC236}">
                      <a16:creationId xmlns:a16="http://schemas.microsoft.com/office/drawing/2014/main" id="{2A12A8CE-0DDB-4437-24A5-9DB2B45E13F8}"/>
                    </a:ext>
                  </a:extLst>
                </p14:cNvPr>
                <p14:cNvContentPartPr/>
                <p14:nvPr/>
              </p14:nvContentPartPr>
              <p14:xfrm>
                <a:off x="9698475" y="1999065"/>
                <a:ext cx="174960" cy="20880"/>
              </p14:xfrm>
            </p:contentPart>
          </mc:Choice>
          <mc:Fallback xmlns="">
            <p:pic>
              <p:nvPicPr>
                <p:cNvPr id="946" name="Ink 945">
                  <a:extLst>
                    <a:ext uri="{FF2B5EF4-FFF2-40B4-BE49-F238E27FC236}">
                      <a16:creationId xmlns:a16="http://schemas.microsoft.com/office/drawing/2014/main" id="{2A12A8CE-0DDB-4437-24A5-9DB2B45E13F8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9689475" y="1990065"/>
                  <a:ext cx="1926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947" name="Ink 946">
                  <a:extLst>
                    <a:ext uri="{FF2B5EF4-FFF2-40B4-BE49-F238E27FC236}">
                      <a16:creationId xmlns:a16="http://schemas.microsoft.com/office/drawing/2014/main" id="{36CA9474-B0E6-5776-F6EB-A564E61EDE74}"/>
                    </a:ext>
                  </a:extLst>
                </p14:cNvPr>
                <p14:cNvContentPartPr/>
                <p14:nvPr/>
              </p14:nvContentPartPr>
              <p14:xfrm>
                <a:off x="9491115" y="1968105"/>
                <a:ext cx="133200" cy="21600"/>
              </p14:xfrm>
            </p:contentPart>
          </mc:Choice>
          <mc:Fallback xmlns="">
            <p:pic>
              <p:nvPicPr>
                <p:cNvPr id="947" name="Ink 946">
                  <a:extLst>
                    <a:ext uri="{FF2B5EF4-FFF2-40B4-BE49-F238E27FC236}">
                      <a16:creationId xmlns:a16="http://schemas.microsoft.com/office/drawing/2014/main" id="{36CA9474-B0E6-5776-F6EB-A564E61EDE74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9482115" y="1959105"/>
                  <a:ext cx="1508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948" name="Ink 947">
                  <a:extLst>
                    <a:ext uri="{FF2B5EF4-FFF2-40B4-BE49-F238E27FC236}">
                      <a16:creationId xmlns:a16="http://schemas.microsoft.com/office/drawing/2014/main" id="{ABF8F222-A930-A1C4-CE7B-8B30DE56258C}"/>
                    </a:ext>
                  </a:extLst>
                </p14:cNvPr>
                <p14:cNvContentPartPr/>
                <p14:nvPr/>
              </p14:nvContentPartPr>
              <p14:xfrm>
                <a:off x="9352155" y="1969545"/>
                <a:ext cx="63720" cy="26640"/>
              </p14:xfrm>
            </p:contentPart>
          </mc:Choice>
          <mc:Fallback xmlns="">
            <p:pic>
              <p:nvPicPr>
                <p:cNvPr id="948" name="Ink 947">
                  <a:extLst>
                    <a:ext uri="{FF2B5EF4-FFF2-40B4-BE49-F238E27FC236}">
                      <a16:creationId xmlns:a16="http://schemas.microsoft.com/office/drawing/2014/main" id="{ABF8F222-A930-A1C4-CE7B-8B30DE56258C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9343206" y="1960545"/>
                  <a:ext cx="81261" cy="442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49" name="TextBox 948">
            <a:extLst>
              <a:ext uri="{FF2B5EF4-FFF2-40B4-BE49-F238E27FC236}">
                <a16:creationId xmlns:a16="http://schemas.microsoft.com/office/drawing/2014/main" id="{16B2CB40-BF95-379D-CBAB-C63D0EDD4063}"/>
              </a:ext>
            </a:extLst>
          </p:cNvPr>
          <p:cNvSpPr txBox="1"/>
          <p:nvPr/>
        </p:nvSpPr>
        <p:spPr>
          <a:xfrm>
            <a:off x="9844935" y="1723356"/>
            <a:ext cx="1414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Aggregators</a:t>
            </a:r>
            <a:endParaRPr lang="en-US" sz="1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70">
            <p14:nvContentPartPr>
              <p14:cNvPr id="950" name="Ink 949">
                <a:extLst>
                  <a:ext uri="{FF2B5EF4-FFF2-40B4-BE49-F238E27FC236}">
                    <a16:creationId xmlns:a16="http://schemas.microsoft.com/office/drawing/2014/main" id="{804C91BB-BE8D-9E45-4E57-81C6CE909380}"/>
                  </a:ext>
                </a:extLst>
              </p14:cNvPr>
              <p14:cNvContentPartPr/>
              <p14:nvPr/>
            </p14:nvContentPartPr>
            <p14:xfrm>
              <a:off x="1561395" y="1364385"/>
              <a:ext cx="7920" cy="126360"/>
            </p14:xfrm>
          </p:contentPart>
        </mc:Choice>
        <mc:Fallback xmlns="">
          <p:pic>
            <p:nvPicPr>
              <p:cNvPr id="950" name="Ink 949">
                <a:extLst>
                  <a:ext uri="{FF2B5EF4-FFF2-40B4-BE49-F238E27FC236}">
                    <a16:creationId xmlns:a16="http://schemas.microsoft.com/office/drawing/2014/main" id="{804C91BB-BE8D-9E45-4E57-81C6CE909380}"/>
                  </a:ext>
                </a:extLst>
              </p:cNvPr>
              <p:cNvPicPr/>
              <p:nvPr/>
            </p:nvPicPr>
            <p:blipFill>
              <a:blip r:embed="rId671"/>
              <a:stretch>
                <a:fillRect/>
              </a:stretch>
            </p:blipFill>
            <p:spPr>
              <a:xfrm>
                <a:off x="1552786" y="1355411"/>
                <a:ext cx="24793" cy="1439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2">
            <p14:nvContentPartPr>
              <p14:cNvPr id="951" name="Ink 950">
                <a:extLst>
                  <a:ext uri="{FF2B5EF4-FFF2-40B4-BE49-F238E27FC236}">
                    <a16:creationId xmlns:a16="http://schemas.microsoft.com/office/drawing/2014/main" id="{2922D76E-3A80-0A77-0C83-A59E9EB55AE3}"/>
                  </a:ext>
                </a:extLst>
              </p14:cNvPr>
              <p14:cNvContentPartPr/>
              <p14:nvPr/>
            </p14:nvContentPartPr>
            <p14:xfrm>
              <a:off x="1543755" y="1626105"/>
              <a:ext cx="360" cy="123840"/>
            </p14:xfrm>
          </p:contentPart>
        </mc:Choice>
        <mc:Fallback xmlns="">
          <p:pic>
            <p:nvPicPr>
              <p:cNvPr id="951" name="Ink 950">
                <a:extLst>
                  <a:ext uri="{FF2B5EF4-FFF2-40B4-BE49-F238E27FC236}">
                    <a16:creationId xmlns:a16="http://schemas.microsoft.com/office/drawing/2014/main" id="{2922D76E-3A80-0A77-0C83-A59E9EB55AE3}"/>
                  </a:ext>
                </a:extLst>
              </p:cNvPr>
              <p:cNvPicPr/>
              <p:nvPr/>
            </p:nvPicPr>
            <p:blipFill>
              <a:blip r:embed="rId673"/>
              <a:stretch>
                <a:fillRect/>
              </a:stretch>
            </p:blipFill>
            <p:spPr>
              <a:xfrm>
                <a:off x="1534755" y="1617105"/>
                <a:ext cx="1800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4">
            <p14:nvContentPartPr>
              <p14:cNvPr id="952" name="Ink 951">
                <a:extLst>
                  <a:ext uri="{FF2B5EF4-FFF2-40B4-BE49-F238E27FC236}">
                    <a16:creationId xmlns:a16="http://schemas.microsoft.com/office/drawing/2014/main" id="{828EF8FD-EF27-91D5-148A-D84E664314CC}"/>
                  </a:ext>
                </a:extLst>
              </p14:cNvPr>
              <p14:cNvContentPartPr/>
              <p14:nvPr/>
            </p14:nvContentPartPr>
            <p14:xfrm>
              <a:off x="1539435" y="1891785"/>
              <a:ext cx="2160" cy="142560"/>
            </p14:xfrm>
          </p:contentPart>
        </mc:Choice>
        <mc:Fallback xmlns="">
          <p:pic>
            <p:nvPicPr>
              <p:cNvPr id="952" name="Ink 951">
                <a:extLst>
                  <a:ext uri="{FF2B5EF4-FFF2-40B4-BE49-F238E27FC236}">
                    <a16:creationId xmlns:a16="http://schemas.microsoft.com/office/drawing/2014/main" id="{828EF8FD-EF27-91D5-148A-D84E664314CC}"/>
                  </a:ext>
                </a:extLst>
              </p:cNvPr>
              <p:cNvPicPr/>
              <p:nvPr/>
            </p:nvPicPr>
            <p:blipFill>
              <a:blip r:embed="rId675"/>
              <a:stretch>
                <a:fillRect/>
              </a:stretch>
            </p:blipFill>
            <p:spPr>
              <a:xfrm>
                <a:off x="1530435" y="1882808"/>
                <a:ext cx="19800" cy="1601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6">
            <p14:nvContentPartPr>
              <p14:cNvPr id="953" name="Ink 952">
                <a:extLst>
                  <a:ext uri="{FF2B5EF4-FFF2-40B4-BE49-F238E27FC236}">
                    <a16:creationId xmlns:a16="http://schemas.microsoft.com/office/drawing/2014/main" id="{5BE015FB-1670-2CE6-AB14-39622A4641CC}"/>
                  </a:ext>
                </a:extLst>
              </p14:cNvPr>
              <p14:cNvContentPartPr/>
              <p14:nvPr/>
            </p14:nvContentPartPr>
            <p14:xfrm>
              <a:off x="1534395" y="2148105"/>
              <a:ext cx="19080" cy="175680"/>
            </p14:xfrm>
          </p:contentPart>
        </mc:Choice>
        <mc:Fallback xmlns="">
          <p:pic>
            <p:nvPicPr>
              <p:cNvPr id="953" name="Ink 952">
                <a:extLst>
                  <a:ext uri="{FF2B5EF4-FFF2-40B4-BE49-F238E27FC236}">
                    <a16:creationId xmlns:a16="http://schemas.microsoft.com/office/drawing/2014/main" id="{5BE015FB-1670-2CE6-AB14-39622A4641CC}"/>
                  </a:ext>
                </a:extLst>
              </p:cNvPr>
              <p:cNvPicPr/>
              <p:nvPr/>
            </p:nvPicPr>
            <p:blipFill>
              <a:blip r:embed="rId677"/>
              <a:stretch>
                <a:fillRect/>
              </a:stretch>
            </p:blipFill>
            <p:spPr>
              <a:xfrm>
                <a:off x="1525395" y="2139105"/>
                <a:ext cx="3672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8">
            <p14:nvContentPartPr>
              <p14:cNvPr id="954" name="Ink 953">
                <a:extLst>
                  <a:ext uri="{FF2B5EF4-FFF2-40B4-BE49-F238E27FC236}">
                    <a16:creationId xmlns:a16="http://schemas.microsoft.com/office/drawing/2014/main" id="{9B776055-34C9-816C-257B-367569B9B6F4}"/>
                  </a:ext>
                </a:extLst>
              </p14:cNvPr>
              <p14:cNvContentPartPr/>
              <p14:nvPr/>
            </p14:nvContentPartPr>
            <p14:xfrm>
              <a:off x="1550955" y="2437905"/>
              <a:ext cx="4320" cy="160200"/>
            </p14:xfrm>
          </p:contentPart>
        </mc:Choice>
        <mc:Fallback xmlns="">
          <p:pic>
            <p:nvPicPr>
              <p:cNvPr id="954" name="Ink 953">
                <a:extLst>
                  <a:ext uri="{FF2B5EF4-FFF2-40B4-BE49-F238E27FC236}">
                    <a16:creationId xmlns:a16="http://schemas.microsoft.com/office/drawing/2014/main" id="{9B776055-34C9-816C-257B-367569B9B6F4}"/>
                  </a:ext>
                </a:extLst>
              </p:cNvPr>
              <p:cNvPicPr/>
              <p:nvPr/>
            </p:nvPicPr>
            <p:blipFill>
              <a:blip r:embed="rId679"/>
              <a:stretch>
                <a:fillRect/>
              </a:stretch>
            </p:blipFill>
            <p:spPr>
              <a:xfrm>
                <a:off x="1541955" y="2428925"/>
                <a:ext cx="21960" cy="17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0">
            <p14:nvContentPartPr>
              <p14:cNvPr id="955" name="Ink 954">
                <a:extLst>
                  <a:ext uri="{FF2B5EF4-FFF2-40B4-BE49-F238E27FC236}">
                    <a16:creationId xmlns:a16="http://schemas.microsoft.com/office/drawing/2014/main" id="{E1C02295-8F73-2049-F67D-640B773B20E3}"/>
                  </a:ext>
                </a:extLst>
              </p14:cNvPr>
              <p14:cNvContentPartPr/>
              <p14:nvPr/>
            </p14:nvContentPartPr>
            <p14:xfrm>
              <a:off x="1557075" y="2730585"/>
              <a:ext cx="5760" cy="132480"/>
            </p14:xfrm>
          </p:contentPart>
        </mc:Choice>
        <mc:Fallback xmlns="">
          <p:pic>
            <p:nvPicPr>
              <p:cNvPr id="955" name="Ink 954">
                <a:extLst>
                  <a:ext uri="{FF2B5EF4-FFF2-40B4-BE49-F238E27FC236}">
                    <a16:creationId xmlns:a16="http://schemas.microsoft.com/office/drawing/2014/main" id="{E1C02295-8F73-2049-F67D-640B773B20E3}"/>
                  </a:ext>
                </a:extLst>
              </p:cNvPr>
              <p:cNvPicPr/>
              <p:nvPr/>
            </p:nvPicPr>
            <p:blipFill>
              <a:blip r:embed="rId681"/>
              <a:stretch>
                <a:fillRect/>
              </a:stretch>
            </p:blipFill>
            <p:spPr>
              <a:xfrm>
                <a:off x="1548075" y="2721585"/>
                <a:ext cx="23400" cy="15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56" name="Group 955">
            <a:extLst>
              <a:ext uri="{FF2B5EF4-FFF2-40B4-BE49-F238E27FC236}">
                <a16:creationId xmlns:a16="http://schemas.microsoft.com/office/drawing/2014/main" id="{30210AE7-30FA-F31C-5A5B-9DE1719E2C14}"/>
              </a:ext>
            </a:extLst>
          </p:cNvPr>
          <p:cNvGrpSpPr/>
          <p:nvPr/>
        </p:nvGrpSpPr>
        <p:grpSpPr>
          <a:xfrm>
            <a:off x="1580115" y="3000945"/>
            <a:ext cx="641160" cy="493920"/>
            <a:chOff x="1580115" y="3000945"/>
            <a:chExt cx="641160" cy="49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957" name="Ink 956">
                  <a:extLst>
                    <a:ext uri="{FF2B5EF4-FFF2-40B4-BE49-F238E27FC236}">
                      <a16:creationId xmlns:a16="http://schemas.microsoft.com/office/drawing/2014/main" id="{0B5384F1-A685-D0F4-FD83-C11EFEC7BD00}"/>
                    </a:ext>
                  </a:extLst>
                </p14:cNvPr>
                <p14:cNvContentPartPr/>
                <p14:nvPr/>
              </p14:nvContentPartPr>
              <p14:xfrm>
                <a:off x="1580115" y="3000945"/>
                <a:ext cx="12960" cy="162000"/>
              </p14:xfrm>
            </p:contentPart>
          </mc:Choice>
          <mc:Fallback xmlns="">
            <p:pic>
              <p:nvPicPr>
                <p:cNvPr id="957" name="Ink 956">
                  <a:extLst>
                    <a:ext uri="{FF2B5EF4-FFF2-40B4-BE49-F238E27FC236}">
                      <a16:creationId xmlns:a16="http://schemas.microsoft.com/office/drawing/2014/main" id="{0B5384F1-A685-D0F4-FD83-C11EFEC7BD00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1571358" y="2991945"/>
                  <a:ext cx="30123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958" name="Ink 957">
                  <a:extLst>
                    <a:ext uri="{FF2B5EF4-FFF2-40B4-BE49-F238E27FC236}">
                      <a16:creationId xmlns:a16="http://schemas.microsoft.com/office/drawing/2014/main" id="{913E0B0D-D436-1FF1-5AD8-7FAFB0E819F9}"/>
                    </a:ext>
                  </a:extLst>
                </p14:cNvPr>
                <p14:cNvContentPartPr/>
                <p14:nvPr/>
              </p14:nvContentPartPr>
              <p14:xfrm>
                <a:off x="1624035" y="3255465"/>
                <a:ext cx="110160" cy="119880"/>
              </p14:xfrm>
            </p:contentPart>
          </mc:Choice>
          <mc:Fallback xmlns="">
            <p:pic>
              <p:nvPicPr>
                <p:cNvPr id="958" name="Ink 957">
                  <a:extLst>
                    <a:ext uri="{FF2B5EF4-FFF2-40B4-BE49-F238E27FC236}">
                      <a16:creationId xmlns:a16="http://schemas.microsoft.com/office/drawing/2014/main" id="{913E0B0D-D436-1FF1-5AD8-7FAFB0E819F9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1615035" y="3246465"/>
                  <a:ext cx="1278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959" name="Ink 958">
                  <a:extLst>
                    <a:ext uri="{FF2B5EF4-FFF2-40B4-BE49-F238E27FC236}">
                      <a16:creationId xmlns:a16="http://schemas.microsoft.com/office/drawing/2014/main" id="{BD36900C-81B7-86E6-0F69-D21BD44D98D2}"/>
                    </a:ext>
                  </a:extLst>
                </p14:cNvPr>
                <p14:cNvContentPartPr/>
                <p14:nvPr/>
              </p14:nvContentPartPr>
              <p14:xfrm>
                <a:off x="1778115" y="3463905"/>
                <a:ext cx="118800" cy="30960"/>
              </p14:xfrm>
            </p:contentPart>
          </mc:Choice>
          <mc:Fallback xmlns="">
            <p:pic>
              <p:nvPicPr>
                <p:cNvPr id="959" name="Ink 958">
                  <a:extLst>
                    <a:ext uri="{FF2B5EF4-FFF2-40B4-BE49-F238E27FC236}">
                      <a16:creationId xmlns:a16="http://schemas.microsoft.com/office/drawing/2014/main" id="{BD36900C-81B7-86E6-0F69-D21BD44D98D2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1769115" y="3454905"/>
                  <a:ext cx="1364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960" name="Ink 959">
                  <a:extLst>
                    <a:ext uri="{FF2B5EF4-FFF2-40B4-BE49-F238E27FC236}">
                      <a16:creationId xmlns:a16="http://schemas.microsoft.com/office/drawing/2014/main" id="{D61D4CCE-F8BA-4EC6-613B-063880427DF0}"/>
                    </a:ext>
                  </a:extLst>
                </p14:cNvPr>
                <p14:cNvContentPartPr/>
                <p14:nvPr/>
              </p14:nvContentPartPr>
              <p14:xfrm>
                <a:off x="2007435" y="3374265"/>
                <a:ext cx="103680" cy="113760"/>
              </p14:xfrm>
            </p:contentPart>
          </mc:Choice>
          <mc:Fallback xmlns="">
            <p:pic>
              <p:nvPicPr>
                <p:cNvPr id="960" name="Ink 959">
                  <a:extLst>
                    <a:ext uri="{FF2B5EF4-FFF2-40B4-BE49-F238E27FC236}">
                      <a16:creationId xmlns:a16="http://schemas.microsoft.com/office/drawing/2014/main" id="{D61D4CCE-F8BA-4EC6-613B-063880427DF0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1998435" y="3365265"/>
                  <a:ext cx="1213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961" name="Ink 960">
                  <a:extLst>
                    <a:ext uri="{FF2B5EF4-FFF2-40B4-BE49-F238E27FC236}">
                      <a16:creationId xmlns:a16="http://schemas.microsoft.com/office/drawing/2014/main" id="{ECDE4F65-77AB-A2B8-19FC-2A3B65910F50}"/>
                    </a:ext>
                  </a:extLst>
                </p14:cNvPr>
                <p14:cNvContentPartPr/>
                <p14:nvPr/>
              </p14:nvContentPartPr>
              <p14:xfrm>
                <a:off x="2175915" y="3143145"/>
                <a:ext cx="45360" cy="95040"/>
              </p14:xfrm>
            </p:contentPart>
          </mc:Choice>
          <mc:Fallback xmlns="">
            <p:pic>
              <p:nvPicPr>
                <p:cNvPr id="961" name="Ink 960">
                  <a:extLst>
                    <a:ext uri="{FF2B5EF4-FFF2-40B4-BE49-F238E27FC236}">
                      <a16:creationId xmlns:a16="http://schemas.microsoft.com/office/drawing/2014/main" id="{ECDE4F65-77AB-A2B8-19FC-2A3B65910F50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2166915" y="3134179"/>
                  <a:ext cx="63000" cy="11261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92">
            <p14:nvContentPartPr>
              <p14:cNvPr id="962" name="Ink 961">
                <a:extLst>
                  <a:ext uri="{FF2B5EF4-FFF2-40B4-BE49-F238E27FC236}">
                    <a16:creationId xmlns:a16="http://schemas.microsoft.com/office/drawing/2014/main" id="{C3C647C9-0BA5-F92F-B7F0-FDBCFEEB06E4}"/>
                  </a:ext>
                </a:extLst>
              </p14:cNvPr>
              <p14:cNvContentPartPr/>
              <p14:nvPr/>
            </p14:nvContentPartPr>
            <p14:xfrm>
              <a:off x="2336835" y="2890065"/>
              <a:ext cx="101160" cy="83160"/>
            </p14:xfrm>
          </p:contentPart>
        </mc:Choice>
        <mc:Fallback xmlns="">
          <p:pic>
            <p:nvPicPr>
              <p:cNvPr id="962" name="Ink 961">
                <a:extLst>
                  <a:ext uri="{FF2B5EF4-FFF2-40B4-BE49-F238E27FC236}">
                    <a16:creationId xmlns:a16="http://schemas.microsoft.com/office/drawing/2014/main" id="{C3C647C9-0BA5-F92F-B7F0-FDBCFEEB06E4}"/>
                  </a:ext>
                </a:extLst>
              </p:cNvPr>
              <p:cNvPicPr/>
              <p:nvPr/>
            </p:nvPicPr>
            <p:blipFill>
              <a:blip r:embed="rId693"/>
              <a:stretch>
                <a:fillRect/>
              </a:stretch>
            </p:blipFill>
            <p:spPr>
              <a:xfrm>
                <a:off x="2327835" y="2881104"/>
                <a:ext cx="118800" cy="1007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4">
            <p14:nvContentPartPr>
              <p14:cNvPr id="963" name="Ink 962">
                <a:extLst>
                  <a:ext uri="{FF2B5EF4-FFF2-40B4-BE49-F238E27FC236}">
                    <a16:creationId xmlns:a16="http://schemas.microsoft.com/office/drawing/2014/main" id="{4611A6FD-0A30-B9F1-F704-EA882D6BC933}"/>
                  </a:ext>
                </a:extLst>
              </p14:cNvPr>
              <p14:cNvContentPartPr/>
              <p14:nvPr/>
            </p14:nvContentPartPr>
            <p14:xfrm>
              <a:off x="2720595" y="2674785"/>
              <a:ext cx="154440" cy="110520"/>
            </p14:xfrm>
          </p:contentPart>
        </mc:Choice>
        <mc:Fallback xmlns="">
          <p:pic>
            <p:nvPicPr>
              <p:cNvPr id="963" name="Ink 962">
                <a:extLst>
                  <a:ext uri="{FF2B5EF4-FFF2-40B4-BE49-F238E27FC236}">
                    <a16:creationId xmlns:a16="http://schemas.microsoft.com/office/drawing/2014/main" id="{4611A6FD-0A30-B9F1-F704-EA882D6BC933}"/>
                  </a:ext>
                </a:extLst>
              </p:cNvPr>
              <p:cNvPicPr/>
              <p:nvPr/>
            </p:nvPicPr>
            <p:blipFill>
              <a:blip r:embed="rId695"/>
              <a:stretch>
                <a:fillRect/>
              </a:stretch>
            </p:blipFill>
            <p:spPr>
              <a:xfrm>
                <a:off x="2711595" y="2665756"/>
                <a:ext cx="172080" cy="1282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6">
            <p14:nvContentPartPr>
              <p14:cNvPr id="964" name="Ink 963">
                <a:extLst>
                  <a:ext uri="{FF2B5EF4-FFF2-40B4-BE49-F238E27FC236}">
                    <a16:creationId xmlns:a16="http://schemas.microsoft.com/office/drawing/2014/main" id="{E0686A05-38D9-2948-D4EF-4696A4BAFED1}"/>
                  </a:ext>
                </a:extLst>
              </p14:cNvPr>
              <p14:cNvContentPartPr/>
              <p14:nvPr/>
            </p14:nvContentPartPr>
            <p14:xfrm>
              <a:off x="2971875" y="2440425"/>
              <a:ext cx="34200" cy="154440"/>
            </p14:xfrm>
          </p:contentPart>
        </mc:Choice>
        <mc:Fallback xmlns="">
          <p:pic>
            <p:nvPicPr>
              <p:cNvPr id="964" name="Ink 963">
                <a:extLst>
                  <a:ext uri="{FF2B5EF4-FFF2-40B4-BE49-F238E27FC236}">
                    <a16:creationId xmlns:a16="http://schemas.microsoft.com/office/drawing/2014/main" id="{E0686A05-38D9-2948-D4EF-4696A4BAFED1}"/>
                  </a:ext>
                </a:extLst>
              </p:cNvPr>
              <p:cNvPicPr/>
              <p:nvPr/>
            </p:nvPicPr>
            <p:blipFill>
              <a:blip r:embed="rId697"/>
              <a:stretch>
                <a:fillRect/>
              </a:stretch>
            </p:blipFill>
            <p:spPr>
              <a:xfrm>
                <a:off x="2962875" y="2431404"/>
                <a:ext cx="51840" cy="172121"/>
              </a:xfrm>
              <a:prstGeom prst="rect">
                <a:avLst/>
              </a:prstGeom>
            </p:spPr>
          </p:pic>
        </mc:Fallback>
      </mc:AlternateContent>
      <p:grpSp>
        <p:nvGrpSpPr>
          <p:cNvPr id="965" name="Group 964">
            <a:extLst>
              <a:ext uri="{FF2B5EF4-FFF2-40B4-BE49-F238E27FC236}">
                <a16:creationId xmlns:a16="http://schemas.microsoft.com/office/drawing/2014/main" id="{170FB599-0EF2-6A9E-1D3A-63ED481FB13D}"/>
              </a:ext>
            </a:extLst>
          </p:cNvPr>
          <p:cNvGrpSpPr/>
          <p:nvPr/>
        </p:nvGrpSpPr>
        <p:grpSpPr>
          <a:xfrm>
            <a:off x="2099955" y="2098425"/>
            <a:ext cx="852840" cy="261000"/>
            <a:chOff x="2099955" y="2098425"/>
            <a:chExt cx="852840" cy="26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966" name="Ink 965">
                  <a:extLst>
                    <a:ext uri="{FF2B5EF4-FFF2-40B4-BE49-F238E27FC236}">
                      <a16:creationId xmlns:a16="http://schemas.microsoft.com/office/drawing/2014/main" id="{CC9A1D56-4523-E468-0842-057075D7A4C7}"/>
                    </a:ext>
                  </a:extLst>
                </p14:cNvPr>
                <p14:cNvContentPartPr/>
                <p14:nvPr/>
              </p14:nvContentPartPr>
              <p14:xfrm>
                <a:off x="2796555" y="2268345"/>
                <a:ext cx="156240" cy="91080"/>
              </p14:xfrm>
            </p:contentPart>
          </mc:Choice>
          <mc:Fallback xmlns="">
            <p:pic>
              <p:nvPicPr>
                <p:cNvPr id="966" name="Ink 965">
                  <a:extLst>
                    <a:ext uri="{FF2B5EF4-FFF2-40B4-BE49-F238E27FC236}">
                      <a16:creationId xmlns:a16="http://schemas.microsoft.com/office/drawing/2014/main" id="{CC9A1D56-4523-E468-0842-057075D7A4C7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2787534" y="2259345"/>
                  <a:ext cx="173921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967" name="Ink 966">
                  <a:extLst>
                    <a:ext uri="{FF2B5EF4-FFF2-40B4-BE49-F238E27FC236}">
                      <a16:creationId xmlns:a16="http://schemas.microsoft.com/office/drawing/2014/main" id="{C46B8199-57EB-2166-6BC5-25530C60AAC1}"/>
                    </a:ext>
                  </a:extLst>
                </p14:cNvPr>
                <p14:cNvContentPartPr/>
                <p14:nvPr/>
              </p14:nvContentPartPr>
              <p14:xfrm>
                <a:off x="2534115" y="2248905"/>
                <a:ext cx="183240" cy="28440"/>
              </p14:xfrm>
            </p:contentPart>
          </mc:Choice>
          <mc:Fallback xmlns="">
            <p:pic>
              <p:nvPicPr>
                <p:cNvPr id="967" name="Ink 966">
                  <a:extLst>
                    <a:ext uri="{FF2B5EF4-FFF2-40B4-BE49-F238E27FC236}">
                      <a16:creationId xmlns:a16="http://schemas.microsoft.com/office/drawing/2014/main" id="{C46B8199-57EB-2166-6BC5-25530C60AAC1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2525115" y="2239790"/>
                  <a:ext cx="200880" cy="463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968" name="Ink 967">
                  <a:extLst>
                    <a:ext uri="{FF2B5EF4-FFF2-40B4-BE49-F238E27FC236}">
                      <a16:creationId xmlns:a16="http://schemas.microsoft.com/office/drawing/2014/main" id="{A256D552-C5D9-DBF1-58B4-8F69BF36D81F}"/>
                    </a:ext>
                  </a:extLst>
                </p14:cNvPr>
                <p14:cNvContentPartPr/>
                <p14:nvPr/>
              </p14:nvContentPartPr>
              <p14:xfrm>
                <a:off x="2233515" y="2243865"/>
                <a:ext cx="180720" cy="24840"/>
              </p14:xfrm>
            </p:contentPart>
          </mc:Choice>
          <mc:Fallback xmlns="">
            <p:pic>
              <p:nvPicPr>
                <p:cNvPr id="968" name="Ink 967">
                  <a:extLst>
                    <a:ext uri="{FF2B5EF4-FFF2-40B4-BE49-F238E27FC236}">
                      <a16:creationId xmlns:a16="http://schemas.microsoft.com/office/drawing/2014/main" id="{A256D552-C5D9-DBF1-58B4-8F69BF36D81F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2224515" y="2234865"/>
                  <a:ext cx="1983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969" name="Ink 968">
                  <a:extLst>
                    <a:ext uri="{FF2B5EF4-FFF2-40B4-BE49-F238E27FC236}">
                      <a16:creationId xmlns:a16="http://schemas.microsoft.com/office/drawing/2014/main" id="{5E95895E-E2E9-85A3-5E92-B8F9344007DE}"/>
                    </a:ext>
                  </a:extLst>
                </p14:cNvPr>
                <p14:cNvContentPartPr/>
                <p14:nvPr/>
              </p14:nvContentPartPr>
              <p14:xfrm>
                <a:off x="2099955" y="2098425"/>
                <a:ext cx="50400" cy="135000"/>
              </p14:xfrm>
            </p:contentPart>
          </mc:Choice>
          <mc:Fallback xmlns="">
            <p:pic>
              <p:nvPicPr>
                <p:cNvPr id="969" name="Ink 968">
                  <a:extLst>
                    <a:ext uri="{FF2B5EF4-FFF2-40B4-BE49-F238E27FC236}">
                      <a16:creationId xmlns:a16="http://schemas.microsoft.com/office/drawing/2014/main" id="{5E95895E-E2E9-85A3-5E92-B8F9344007DE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2090955" y="2089425"/>
                  <a:ext cx="68040" cy="15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6">
            <p14:nvContentPartPr>
              <p14:cNvPr id="970" name="Ink 969">
                <a:extLst>
                  <a:ext uri="{FF2B5EF4-FFF2-40B4-BE49-F238E27FC236}">
                    <a16:creationId xmlns:a16="http://schemas.microsoft.com/office/drawing/2014/main" id="{5C315419-D465-8AFE-7387-EA40BE932DD4}"/>
                  </a:ext>
                </a:extLst>
              </p14:cNvPr>
              <p14:cNvContentPartPr/>
              <p14:nvPr/>
            </p14:nvContentPartPr>
            <p14:xfrm>
              <a:off x="2105715" y="1757145"/>
              <a:ext cx="39240" cy="162000"/>
            </p14:xfrm>
          </p:contentPart>
        </mc:Choice>
        <mc:Fallback xmlns="">
          <p:pic>
            <p:nvPicPr>
              <p:cNvPr id="970" name="Ink 969">
                <a:extLst>
                  <a:ext uri="{FF2B5EF4-FFF2-40B4-BE49-F238E27FC236}">
                    <a16:creationId xmlns:a16="http://schemas.microsoft.com/office/drawing/2014/main" id="{5C315419-D465-8AFE-7387-EA40BE932DD4}"/>
                  </a:ext>
                </a:extLst>
              </p:cNvPr>
              <p:cNvPicPr/>
              <p:nvPr/>
            </p:nvPicPr>
            <p:blipFill>
              <a:blip r:embed="rId707"/>
              <a:stretch>
                <a:fillRect/>
              </a:stretch>
            </p:blipFill>
            <p:spPr>
              <a:xfrm>
                <a:off x="2096715" y="1748145"/>
                <a:ext cx="56880" cy="17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971" name="Group 970">
            <a:extLst>
              <a:ext uri="{FF2B5EF4-FFF2-40B4-BE49-F238E27FC236}">
                <a16:creationId xmlns:a16="http://schemas.microsoft.com/office/drawing/2014/main" id="{D843BA98-2F98-3FE2-EFF1-8C8A0AE49E45}"/>
              </a:ext>
            </a:extLst>
          </p:cNvPr>
          <p:cNvGrpSpPr/>
          <p:nvPr/>
        </p:nvGrpSpPr>
        <p:grpSpPr>
          <a:xfrm>
            <a:off x="2156475" y="1533585"/>
            <a:ext cx="435960" cy="111960"/>
            <a:chOff x="2156475" y="1533585"/>
            <a:chExt cx="435960" cy="11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972" name="Ink 971">
                  <a:extLst>
                    <a:ext uri="{FF2B5EF4-FFF2-40B4-BE49-F238E27FC236}">
                      <a16:creationId xmlns:a16="http://schemas.microsoft.com/office/drawing/2014/main" id="{4872BF3B-0DB7-25ED-FD95-C4948B6D0CAB}"/>
                    </a:ext>
                  </a:extLst>
                </p14:cNvPr>
                <p14:cNvContentPartPr/>
                <p14:nvPr/>
              </p14:nvContentPartPr>
              <p14:xfrm>
                <a:off x="2156475" y="1533585"/>
                <a:ext cx="101880" cy="111960"/>
              </p14:xfrm>
            </p:contentPart>
          </mc:Choice>
          <mc:Fallback xmlns="">
            <p:pic>
              <p:nvPicPr>
                <p:cNvPr id="972" name="Ink 971">
                  <a:extLst>
                    <a:ext uri="{FF2B5EF4-FFF2-40B4-BE49-F238E27FC236}">
                      <a16:creationId xmlns:a16="http://schemas.microsoft.com/office/drawing/2014/main" id="{4872BF3B-0DB7-25ED-FD95-C4948B6D0CAB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2147475" y="1524585"/>
                  <a:ext cx="1195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973" name="Ink 972">
                  <a:extLst>
                    <a:ext uri="{FF2B5EF4-FFF2-40B4-BE49-F238E27FC236}">
                      <a16:creationId xmlns:a16="http://schemas.microsoft.com/office/drawing/2014/main" id="{202B3A66-B204-9E9B-15CB-8EABD364E78E}"/>
                    </a:ext>
                  </a:extLst>
                </p14:cNvPr>
                <p14:cNvContentPartPr/>
                <p14:nvPr/>
              </p14:nvContentPartPr>
              <p14:xfrm>
                <a:off x="2366715" y="1537905"/>
                <a:ext cx="225720" cy="7920"/>
              </p14:xfrm>
            </p:contentPart>
          </mc:Choice>
          <mc:Fallback xmlns="">
            <p:pic>
              <p:nvPicPr>
                <p:cNvPr id="973" name="Ink 972">
                  <a:extLst>
                    <a:ext uri="{FF2B5EF4-FFF2-40B4-BE49-F238E27FC236}">
                      <a16:creationId xmlns:a16="http://schemas.microsoft.com/office/drawing/2014/main" id="{202B3A66-B204-9E9B-15CB-8EABD364E78E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2357715" y="1529296"/>
                  <a:ext cx="243360" cy="2479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12">
            <p14:nvContentPartPr>
              <p14:cNvPr id="974" name="Ink 973">
                <a:extLst>
                  <a:ext uri="{FF2B5EF4-FFF2-40B4-BE49-F238E27FC236}">
                    <a16:creationId xmlns:a16="http://schemas.microsoft.com/office/drawing/2014/main" id="{4E20D8C6-D7BA-5BED-5C6D-F6E4FDFD6587}"/>
                  </a:ext>
                </a:extLst>
              </p14:cNvPr>
              <p14:cNvContentPartPr/>
              <p14:nvPr/>
            </p14:nvContentPartPr>
            <p14:xfrm>
              <a:off x="2800875" y="1517385"/>
              <a:ext cx="168840" cy="28440"/>
            </p14:xfrm>
          </p:contentPart>
        </mc:Choice>
        <mc:Fallback xmlns="">
          <p:pic>
            <p:nvPicPr>
              <p:cNvPr id="974" name="Ink 973">
                <a:extLst>
                  <a:ext uri="{FF2B5EF4-FFF2-40B4-BE49-F238E27FC236}">
                    <a16:creationId xmlns:a16="http://schemas.microsoft.com/office/drawing/2014/main" id="{4E20D8C6-D7BA-5BED-5C6D-F6E4FDFD6587}"/>
                  </a:ext>
                </a:extLst>
              </p:cNvPr>
              <p:cNvPicPr/>
              <p:nvPr/>
            </p:nvPicPr>
            <p:blipFill>
              <a:blip r:embed="rId713"/>
              <a:stretch>
                <a:fillRect/>
              </a:stretch>
            </p:blipFill>
            <p:spPr>
              <a:xfrm>
                <a:off x="2791875" y="1508385"/>
                <a:ext cx="18648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4">
            <p14:nvContentPartPr>
              <p14:cNvPr id="975" name="Ink 974">
                <a:extLst>
                  <a:ext uri="{FF2B5EF4-FFF2-40B4-BE49-F238E27FC236}">
                    <a16:creationId xmlns:a16="http://schemas.microsoft.com/office/drawing/2014/main" id="{1DEF7C9C-DDC4-C3F3-7752-4230B9E18768}"/>
                  </a:ext>
                </a:extLst>
              </p14:cNvPr>
              <p14:cNvContentPartPr/>
              <p14:nvPr/>
            </p14:nvContentPartPr>
            <p14:xfrm>
              <a:off x="3138195" y="1542225"/>
              <a:ext cx="230040" cy="1080"/>
            </p14:xfrm>
          </p:contentPart>
        </mc:Choice>
        <mc:Fallback xmlns="">
          <p:pic>
            <p:nvPicPr>
              <p:cNvPr id="975" name="Ink 974">
                <a:extLst>
                  <a:ext uri="{FF2B5EF4-FFF2-40B4-BE49-F238E27FC236}">
                    <a16:creationId xmlns:a16="http://schemas.microsoft.com/office/drawing/2014/main" id="{1DEF7C9C-DDC4-C3F3-7752-4230B9E18768}"/>
                  </a:ext>
                </a:extLst>
              </p:cNvPr>
              <p:cNvPicPr/>
              <p:nvPr/>
            </p:nvPicPr>
            <p:blipFill>
              <a:blip r:embed="rId715"/>
              <a:stretch>
                <a:fillRect/>
              </a:stretch>
            </p:blipFill>
            <p:spPr>
              <a:xfrm>
                <a:off x="3129209" y="1535475"/>
                <a:ext cx="247652" cy="143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6">
            <p14:nvContentPartPr>
              <p14:cNvPr id="976" name="Ink 975">
                <a:extLst>
                  <a:ext uri="{FF2B5EF4-FFF2-40B4-BE49-F238E27FC236}">
                    <a16:creationId xmlns:a16="http://schemas.microsoft.com/office/drawing/2014/main" id="{E8160737-C025-37DF-BE0A-E8F84EEBA5CD}"/>
                  </a:ext>
                </a:extLst>
              </p14:cNvPr>
              <p14:cNvContentPartPr/>
              <p14:nvPr/>
            </p14:nvContentPartPr>
            <p14:xfrm>
              <a:off x="3534195" y="1539705"/>
              <a:ext cx="207000" cy="14760"/>
            </p14:xfrm>
          </p:contentPart>
        </mc:Choice>
        <mc:Fallback xmlns="">
          <p:pic>
            <p:nvPicPr>
              <p:cNvPr id="976" name="Ink 975">
                <a:extLst>
                  <a:ext uri="{FF2B5EF4-FFF2-40B4-BE49-F238E27FC236}">
                    <a16:creationId xmlns:a16="http://schemas.microsoft.com/office/drawing/2014/main" id="{E8160737-C025-37DF-BE0A-E8F84EEBA5CD}"/>
                  </a:ext>
                </a:extLst>
              </p:cNvPr>
              <p:cNvPicPr/>
              <p:nvPr/>
            </p:nvPicPr>
            <p:blipFill>
              <a:blip r:embed="rId717"/>
              <a:stretch>
                <a:fillRect/>
              </a:stretch>
            </p:blipFill>
            <p:spPr>
              <a:xfrm>
                <a:off x="3525195" y="1530705"/>
                <a:ext cx="22464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8">
            <p14:nvContentPartPr>
              <p14:cNvPr id="977" name="Ink 976">
                <a:extLst>
                  <a:ext uri="{FF2B5EF4-FFF2-40B4-BE49-F238E27FC236}">
                    <a16:creationId xmlns:a16="http://schemas.microsoft.com/office/drawing/2014/main" id="{4793C652-207B-F5F7-B895-323C925EA74D}"/>
                  </a:ext>
                </a:extLst>
              </p14:cNvPr>
              <p14:cNvContentPartPr/>
              <p14:nvPr/>
            </p14:nvContentPartPr>
            <p14:xfrm>
              <a:off x="3888795" y="1543665"/>
              <a:ext cx="228960" cy="25920"/>
            </p14:xfrm>
          </p:contentPart>
        </mc:Choice>
        <mc:Fallback xmlns="">
          <p:pic>
            <p:nvPicPr>
              <p:cNvPr id="977" name="Ink 976">
                <a:extLst>
                  <a:ext uri="{FF2B5EF4-FFF2-40B4-BE49-F238E27FC236}">
                    <a16:creationId xmlns:a16="http://schemas.microsoft.com/office/drawing/2014/main" id="{4793C652-207B-F5F7-B895-323C925EA74D}"/>
                  </a:ext>
                </a:extLst>
              </p:cNvPr>
              <p:cNvPicPr/>
              <p:nvPr/>
            </p:nvPicPr>
            <p:blipFill>
              <a:blip r:embed="rId719"/>
              <a:stretch>
                <a:fillRect/>
              </a:stretch>
            </p:blipFill>
            <p:spPr>
              <a:xfrm>
                <a:off x="3879781" y="1534538"/>
                <a:ext cx="246628" cy="43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0">
            <p14:nvContentPartPr>
              <p14:cNvPr id="978" name="Ink 977">
                <a:extLst>
                  <a:ext uri="{FF2B5EF4-FFF2-40B4-BE49-F238E27FC236}">
                    <a16:creationId xmlns:a16="http://schemas.microsoft.com/office/drawing/2014/main" id="{766CE949-901B-3648-5C2D-8C533AEF1689}"/>
                  </a:ext>
                </a:extLst>
              </p14:cNvPr>
              <p14:cNvContentPartPr/>
              <p14:nvPr/>
            </p14:nvContentPartPr>
            <p14:xfrm>
              <a:off x="4289115" y="1528545"/>
              <a:ext cx="225720" cy="43560"/>
            </p14:xfrm>
          </p:contentPart>
        </mc:Choice>
        <mc:Fallback xmlns="">
          <p:pic>
            <p:nvPicPr>
              <p:cNvPr id="978" name="Ink 977">
                <a:extLst>
                  <a:ext uri="{FF2B5EF4-FFF2-40B4-BE49-F238E27FC236}">
                    <a16:creationId xmlns:a16="http://schemas.microsoft.com/office/drawing/2014/main" id="{766CE949-901B-3648-5C2D-8C533AEF1689}"/>
                  </a:ext>
                </a:extLst>
              </p:cNvPr>
              <p:cNvPicPr/>
              <p:nvPr/>
            </p:nvPicPr>
            <p:blipFill>
              <a:blip r:embed="rId721"/>
              <a:stretch>
                <a:fillRect/>
              </a:stretch>
            </p:blipFill>
            <p:spPr>
              <a:xfrm>
                <a:off x="4280101" y="1519470"/>
                <a:ext cx="243388" cy="613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2">
            <p14:nvContentPartPr>
              <p14:cNvPr id="979" name="Ink 978">
                <a:extLst>
                  <a:ext uri="{FF2B5EF4-FFF2-40B4-BE49-F238E27FC236}">
                    <a16:creationId xmlns:a16="http://schemas.microsoft.com/office/drawing/2014/main" id="{F9CA6AAD-5619-DFCC-76B3-11916B986000}"/>
                  </a:ext>
                </a:extLst>
              </p14:cNvPr>
              <p14:cNvContentPartPr/>
              <p14:nvPr/>
            </p14:nvContentPartPr>
            <p14:xfrm>
              <a:off x="4721835" y="1531065"/>
              <a:ext cx="223200" cy="15840"/>
            </p14:xfrm>
          </p:contentPart>
        </mc:Choice>
        <mc:Fallback xmlns="">
          <p:pic>
            <p:nvPicPr>
              <p:cNvPr id="979" name="Ink 978">
                <a:extLst>
                  <a:ext uri="{FF2B5EF4-FFF2-40B4-BE49-F238E27FC236}">
                    <a16:creationId xmlns:a16="http://schemas.microsoft.com/office/drawing/2014/main" id="{F9CA6AAD-5619-DFCC-76B3-11916B986000}"/>
                  </a:ext>
                </a:extLst>
              </p:cNvPr>
              <p:cNvPicPr/>
              <p:nvPr/>
            </p:nvPicPr>
            <p:blipFill>
              <a:blip r:embed="rId723"/>
              <a:stretch>
                <a:fillRect/>
              </a:stretch>
            </p:blipFill>
            <p:spPr>
              <a:xfrm>
                <a:off x="4712820" y="1521856"/>
                <a:ext cx="240868" cy="338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4">
            <p14:nvContentPartPr>
              <p14:cNvPr id="980" name="Ink 979">
                <a:extLst>
                  <a:ext uri="{FF2B5EF4-FFF2-40B4-BE49-F238E27FC236}">
                    <a16:creationId xmlns:a16="http://schemas.microsoft.com/office/drawing/2014/main" id="{9F2EEF28-1E2A-0D29-2631-91C0A00A4836}"/>
                  </a:ext>
                </a:extLst>
              </p14:cNvPr>
              <p14:cNvContentPartPr/>
              <p14:nvPr/>
            </p14:nvContentPartPr>
            <p14:xfrm>
              <a:off x="5058795" y="1576065"/>
              <a:ext cx="263520" cy="16560"/>
            </p14:xfrm>
          </p:contentPart>
        </mc:Choice>
        <mc:Fallback xmlns="">
          <p:pic>
            <p:nvPicPr>
              <p:cNvPr id="980" name="Ink 979">
                <a:extLst>
                  <a:ext uri="{FF2B5EF4-FFF2-40B4-BE49-F238E27FC236}">
                    <a16:creationId xmlns:a16="http://schemas.microsoft.com/office/drawing/2014/main" id="{9F2EEF28-1E2A-0D29-2631-91C0A00A4836}"/>
                  </a:ext>
                </a:extLst>
              </p:cNvPr>
              <p:cNvPicPr/>
              <p:nvPr/>
            </p:nvPicPr>
            <p:blipFill>
              <a:blip r:embed="rId725"/>
              <a:stretch>
                <a:fillRect/>
              </a:stretch>
            </p:blipFill>
            <p:spPr>
              <a:xfrm>
                <a:off x="5049795" y="1567256"/>
                <a:ext cx="281160" cy="338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6">
            <p14:nvContentPartPr>
              <p14:cNvPr id="981" name="Ink 980">
                <a:extLst>
                  <a:ext uri="{FF2B5EF4-FFF2-40B4-BE49-F238E27FC236}">
                    <a16:creationId xmlns:a16="http://schemas.microsoft.com/office/drawing/2014/main" id="{2D5D997B-4064-9816-550F-240BA7811B7F}"/>
                  </a:ext>
                </a:extLst>
              </p14:cNvPr>
              <p14:cNvContentPartPr/>
              <p14:nvPr/>
            </p14:nvContentPartPr>
            <p14:xfrm>
              <a:off x="5477115" y="1531065"/>
              <a:ext cx="182160" cy="27000"/>
            </p14:xfrm>
          </p:contentPart>
        </mc:Choice>
        <mc:Fallback xmlns="">
          <p:pic>
            <p:nvPicPr>
              <p:cNvPr id="981" name="Ink 980">
                <a:extLst>
                  <a:ext uri="{FF2B5EF4-FFF2-40B4-BE49-F238E27FC236}">
                    <a16:creationId xmlns:a16="http://schemas.microsoft.com/office/drawing/2014/main" id="{2D5D997B-4064-9816-550F-240BA7811B7F}"/>
                  </a:ext>
                </a:extLst>
              </p:cNvPr>
              <p:cNvPicPr/>
              <p:nvPr/>
            </p:nvPicPr>
            <p:blipFill>
              <a:blip r:embed="rId727"/>
              <a:stretch>
                <a:fillRect/>
              </a:stretch>
            </p:blipFill>
            <p:spPr>
              <a:xfrm>
                <a:off x="5468133" y="1521943"/>
                <a:ext cx="199765" cy="44878"/>
              </a:xfrm>
              <a:prstGeom prst="rect">
                <a:avLst/>
              </a:prstGeom>
            </p:spPr>
          </p:pic>
        </mc:Fallback>
      </mc:AlternateContent>
      <p:grpSp>
        <p:nvGrpSpPr>
          <p:cNvPr id="982" name="Group 981">
            <a:extLst>
              <a:ext uri="{FF2B5EF4-FFF2-40B4-BE49-F238E27FC236}">
                <a16:creationId xmlns:a16="http://schemas.microsoft.com/office/drawing/2014/main" id="{97C76A24-C8CF-D726-9A28-CBC9DA78A247}"/>
              </a:ext>
            </a:extLst>
          </p:cNvPr>
          <p:cNvGrpSpPr/>
          <p:nvPr/>
        </p:nvGrpSpPr>
        <p:grpSpPr>
          <a:xfrm>
            <a:off x="5780955" y="1514865"/>
            <a:ext cx="4949640" cy="247680"/>
            <a:chOff x="5780955" y="1514865"/>
            <a:chExt cx="4949640" cy="24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983" name="Ink 982">
                  <a:extLst>
                    <a:ext uri="{FF2B5EF4-FFF2-40B4-BE49-F238E27FC236}">
                      <a16:creationId xmlns:a16="http://schemas.microsoft.com/office/drawing/2014/main" id="{B3709441-850B-5265-0F10-88DF2C5CDB1E}"/>
                    </a:ext>
                  </a:extLst>
                </p14:cNvPr>
                <p14:cNvContentPartPr/>
                <p14:nvPr/>
              </p14:nvContentPartPr>
              <p14:xfrm>
                <a:off x="5780955" y="1546905"/>
                <a:ext cx="94320" cy="7560"/>
              </p14:xfrm>
            </p:contentPart>
          </mc:Choice>
          <mc:Fallback xmlns="">
            <p:pic>
              <p:nvPicPr>
                <p:cNvPr id="983" name="Ink 982">
                  <a:extLst>
                    <a:ext uri="{FF2B5EF4-FFF2-40B4-BE49-F238E27FC236}">
                      <a16:creationId xmlns:a16="http://schemas.microsoft.com/office/drawing/2014/main" id="{B3709441-850B-5265-0F10-88DF2C5CDB1E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5771955" y="1537905"/>
                  <a:ext cx="1119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984" name="Ink 983">
                  <a:extLst>
                    <a:ext uri="{FF2B5EF4-FFF2-40B4-BE49-F238E27FC236}">
                      <a16:creationId xmlns:a16="http://schemas.microsoft.com/office/drawing/2014/main" id="{FFD103A2-4837-2299-3D43-FB5C581C93ED}"/>
                    </a:ext>
                  </a:extLst>
                </p14:cNvPr>
                <p14:cNvContentPartPr/>
                <p14:nvPr/>
              </p14:nvContentPartPr>
              <p14:xfrm>
                <a:off x="6062835" y="1514865"/>
                <a:ext cx="143640" cy="15480"/>
              </p14:xfrm>
            </p:contentPart>
          </mc:Choice>
          <mc:Fallback xmlns="">
            <p:pic>
              <p:nvPicPr>
                <p:cNvPr id="984" name="Ink 983">
                  <a:extLst>
                    <a:ext uri="{FF2B5EF4-FFF2-40B4-BE49-F238E27FC236}">
                      <a16:creationId xmlns:a16="http://schemas.microsoft.com/office/drawing/2014/main" id="{FFD103A2-4837-2299-3D43-FB5C581C93ED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6053812" y="1505865"/>
                  <a:ext cx="161324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985" name="Ink 984">
                  <a:extLst>
                    <a:ext uri="{FF2B5EF4-FFF2-40B4-BE49-F238E27FC236}">
                      <a16:creationId xmlns:a16="http://schemas.microsoft.com/office/drawing/2014/main" id="{3AF33231-44CB-6F12-C8FF-3936F86C63A8}"/>
                    </a:ext>
                  </a:extLst>
                </p14:cNvPr>
                <p14:cNvContentPartPr/>
                <p14:nvPr/>
              </p14:nvContentPartPr>
              <p14:xfrm>
                <a:off x="6352635" y="1521705"/>
                <a:ext cx="178920" cy="20520"/>
              </p14:xfrm>
            </p:contentPart>
          </mc:Choice>
          <mc:Fallback xmlns="">
            <p:pic>
              <p:nvPicPr>
                <p:cNvPr id="985" name="Ink 984">
                  <a:extLst>
                    <a:ext uri="{FF2B5EF4-FFF2-40B4-BE49-F238E27FC236}">
                      <a16:creationId xmlns:a16="http://schemas.microsoft.com/office/drawing/2014/main" id="{3AF33231-44CB-6F12-C8FF-3936F86C63A8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6343635" y="1512705"/>
                  <a:ext cx="1965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986" name="Ink 985">
                  <a:extLst>
                    <a:ext uri="{FF2B5EF4-FFF2-40B4-BE49-F238E27FC236}">
                      <a16:creationId xmlns:a16="http://schemas.microsoft.com/office/drawing/2014/main" id="{F1EDB2BA-60DF-A89C-DEAD-A71E0F8210FD}"/>
                    </a:ext>
                  </a:extLst>
                </p14:cNvPr>
                <p14:cNvContentPartPr/>
                <p14:nvPr/>
              </p14:nvContentPartPr>
              <p14:xfrm>
                <a:off x="6666555" y="1545465"/>
                <a:ext cx="188280" cy="2160"/>
              </p14:xfrm>
            </p:contentPart>
          </mc:Choice>
          <mc:Fallback xmlns="">
            <p:pic>
              <p:nvPicPr>
                <p:cNvPr id="986" name="Ink 985">
                  <a:extLst>
                    <a:ext uri="{FF2B5EF4-FFF2-40B4-BE49-F238E27FC236}">
                      <a16:creationId xmlns:a16="http://schemas.microsoft.com/office/drawing/2014/main" id="{F1EDB2BA-60DF-A89C-DEAD-A71E0F8210FD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6657538" y="1534665"/>
                  <a:ext cx="205954" cy="23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987" name="Ink 986">
                  <a:extLst>
                    <a:ext uri="{FF2B5EF4-FFF2-40B4-BE49-F238E27FC236}">
                      <a16:creationId xmlns:a16="http://schemas.microsoft.com/office/drawing/2014/main" id="{2832D933-7A79-236E-F8DB-F7E80577EEA2}"/>
                    </a:ext>
                  </a:extLst>
                </p14:cNvPr>
                <p14:cNvContentPartPr/>
                <p14:nvPr/>
              </p14:nvContentPartPr>
              <p14:xfrm>
                <a:off x="6995955" y="1542945"/>
                <a:ext cx="151200" cy="3240"/>
              </p14:xfrm>
            </p:contentPart>
          </mc:Choice>
          <mc:Fallback xmlns="">
            <p:pic>
              <p:nvPicPr>
                <p:cNvPr id="987" name="Ink 986">
                  <a:extLst>
                    <a:ext uri="{FF2B5EF4-FFF2-40B4-BE49-F238E27FC236}">
                      <a16:creationId xmlns:a16="http://schemas.microsoft.com/office/drawing/2014/main" id="{2832D933-7A79-236E-F8DB-F7E80577EEA2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6986955" y="1532820"/>
                  <a:ext cx="168840" cy="230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988" name="Ink 987">
                  <a:extLst>
                    <a:ext uri="{FF2B5EF4-FFF2-40B4-BE49-F238E27FC236}">
                      <a16:creationId xmlns:a16="http://schemas.microsoft.com/office/drawing/2014/main" id="{B7A28BFC-008F-201C-21E1-F4F790C906D3}"/>
                    </a:ext>
                  </a:extLst>
                </p14:cNvPr>
                <p14:cNvContentPartPr/>
                <p14:nvPr/>
              </p14:nvContentPartPr>
              <p14:xfrm>
                <a:off x="7314195" y="1518465"/>
                <a:ext cx="217080" cy="18360"/>
              </p14:xfrm>
            </p:contentPart>
          </mc:Choice>
          <mc:Fallback xmlns="">
            <p:pic>
              <p:nvPicPr>
                <p:cNvPr id="988" name="Ink 987">
                  <a:extLst>
                    <a:ext uri="{FF2B5EF4-FFF2-40B4-BE49-F238E27FC236}">
                      <a16:creationId xmlns:a16="http://schemas.microsoft.com/office/drawing/2014/main" id="{B7A28BFC-008F-201C-21E1-F4F790C906D3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7305195" y="1509465"/>
                  <a:ext cx="234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989" name="Ink 988">
                  <a:extLst>
                    <a:ext uri="{FF2B5EF4-FFF2-40B4-BE49-F238E27FC236}">
                      <a16:creationId xmlns:a16="http://schemas.microsoft.com/office/drawing/2014/main" id="{23C2A92B-5B42-90ED-24BC-00A7DB41DBEE}"/>
                    </a:ext>
                  </a:extLst>
                </p14:cNvPr>
                <p14:cNvContentPartPr/>
                <p14:nvPr/>
              </p14:nvContentPartPr>
              <p14:xfrm>
                <a:off x="7679955" y="1536105"/>
                <a:ext cx="155160" cy="24120"/>
              </p14:xfrm>
            </p:contentPart>
          </mc:Choice>
          <mc:Fallback xmlns="">
            <p:pic>
              <p:nvPicPr>
                <p:cNvPr id="989" name="Ink 988">
                  <a:extLst>
                    <a:ext uri="{FF2B5EF4-FFF2-40B4-BE49-F238E27FC236}">
                      <a16:creationId xmlns:a16="http://schemas.microsoft.com/office/drawing/2014/main" id="{23C2A92B-5B42-90ED-24BC-00A7DB41DBEE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7670955" y="1527105"/>
                  <a:ext cx="1728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990" name="Ink 989">
                  <a:extLst>
                    <a:ext uri="{FF2B5EF4-FFF2-40B4-BE49-F238E27FC236}">
                      <a16:creationId xmlns:a16="http://schemas.microsoft.com/office/drawing/2014/main" id="{10A4EF94-1CF6-4512-0A82-370DE96D40F3}"/>
                    </a:ext>
                  </a:extLst>
                </p14:cNvPr>
                <p14:cNvContentPartPr/>
                <p14:nvPr/>
              </p14:nvContentPartPr>
              <p14:xfrm>
                <a:off x="7880115" y="1634385"/>
                <a:ext cx="109080" cy="95400"/>
              </p14:xfrm>
            </p:contentPart>
          </mc:Choice>
          <mc:Fallback xmlns="">
            <p:pic>
              <p:nvPicPr>
                <p:cNvPr id="990" name="Ink 989">
                  <a:extLst>
                    <a:ext uri="{FF2B5EF4-FFF2-40B4-BE49-F238E27FC236}">
                      <a16:creationId xmlns:a16="http://schemas.microsoft.com/office/drawing/2014/main" id="{10A4EF94-1CF6-4512-0A82-370DE96D40F3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7871115" y="1625419"/>
                  <a:ext cx="126720" cy="112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991" name="Ink 990">
                  <a:extLst>
                    <a:ext uri="{FF2B5EF4-FFF2-40B4-BE49-F238E27FC236}">
                      <a16:creationId xmlns:a16="http://schemas.microsoft.com/office/drawing/2014/main" id="{6BB953F3-5E09-22BD-CF8E-2596582CBEC3}"/>
                    </a:ext>
                  </a:extLst>
                </p14:cNvPr>
                <p14:cNvContentPartPr/>
                <p14:nvPr/>
              </p14:nvContentPartPr>
              <p14:xfrm>
                <a:off x="8125275" y="1742025"/>
                <a:ext cx="163800" cy="8640"/>
              </p14:xfrm>
            </p:contentPart>
          </mc:Choice>
          <mc:Fallback xmlns="">
            <p:pic>
              <p:nvPicPr>
                <p:cNvPr id="991" name="Ink 990">
                  <a:extLst>
                    <a:ext uri="{FF2B5EF4-FFF2-40B4-BE49-F238E27FC236}">
                      <a16:creationId xmlns:a16="http://schemas.microsoft.com/office/drawing/2014/main" id="{6BB953F3-5E09-22BD-CF8E-2596582CBEC3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8116275" y="1733025"/>
                  <a:ext cx="1814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992" name="Ink 991">
                  <a:extLst>
                    <a:ext uri="{FF2B5EF4-FFF2-40B4-BE49-F238E27FC236}">
                      <a16:creationId xmlns:a16="http://schemas.microsoft.com/office/drawing/2014/main" id="{82F93BC9-9AE7-3C1A-D16B-37517287B8A6}"/>
                    </a:ext>
                  </a:extLst>
                </p14:cNvPr>
                <p14:cNvContentPartPr/>
                <p14:nvPr/>
              </p14:nvContentPartPr>
              <p14:xfrm>
                <a:off x="8391315" y="1750665"/>
                <a:ext cx="177840" cy="6840"/>
              </p14:xfrm>
            </p:contentPart>
          </mc:Choice>
          <mc:Fallback xmlns="">
            <p:pic>
              <p:nvPicPr>
                <p:cNvPr id="992" name="Ink 991">
                  <a:extLst>
                    <a:ext uri="{FF2B5EF4-FFF2-40B4-BE49-F238E27FC236}">
                      <a16:creationId xmlns:a16="http://schemas.microsoft.com/office/drawing/2014/main" id="{82F93BC9-9AE7-3C1A-D16B-37517287B8A6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8382315" y="1741665"/>
                  <a:ext cx="1954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993" name="Ink 992">
                  <a:extLst>
                    <a:ext uri="{FF2B5EF4-FFF2-40B4-BE49-F238E27FC236}">
                      <a16:creationId xmlns:a16="http://schemas.microsoft.com/office/drawing/2014/main" id="{D08E8F2B-69C9-5167-50B3-833AC9D47ADA}"/>
                    </a:ext>
                  </a:extLst>
                </p14:cNvPr>
                <p14:cNvContentPartPr/>
                <p14:nvPr/>
              </p14:nvContentPartPr>
              <p14:xfrm>
                <a:off x="8705955" y="1751385"/>
                <a:ext cx="161280" cy="7560"/>
              </p14:xfrm>
            </p:contentPart>
          </mc:Choice>
          <mc:Fallback xmlns="">
            <p:pic>
              <p:nvPicPr>
                <p:cNvPr id="993" name="Ink 992">
                  <a:extLst>
                    <a:ext uri="{FF2B5EF4-FFF2-40B4-BE49-F238E27FC236}">
                      <a16:creationId xmlns:a16="http://schemas.microsoft.com/office/drawing/2014/main" id="{D08E8F2B-69C9-5167-50B3-833AC9D47ADA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8696955" y="1742385"/>
                  <a:ext cx="1789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994" name="Ink 993">
                  <a:extLst>
                    <a:ext uri="{FF2B5EF4-FFF2-40B4-BE49-F238E27FC236}">
                      <a16:creationId xmlns:a16="http://schemas.microsoft.com/office/drawing/2014/main" id="{28AA20F5-450F-F643-3C45-C0B525D8F2A9}"/>
                    </a:ext>
                  </a:extLst>
                </p14:cNvPr>
                <p14:cNvContentPartPr/>
                <p14:nvPr/>
              </p14:nvContentPartPr>
              <p14:xfrm>
                <a:off x="8991435" y="1729065"/>
                <a:ext cx="86760" cy="33480"/>
              </p14:xfrm>
            </p:contentPart>
          </mc:Choice>
          <mc:Fallback xmlns="">
            <p:pic>
              <p:nvPicPr>
                <p:cNvPr id="994" name="Ink 993">
                  <a:extLst>
                    <a:ext uri="{FF2B5EF4-FFF2-40B4-BE49-F238E27FC236}">
                      <a16:creationId xmlns:a16="http://schemas.microsoft.com/office/drawing/2014/main" id="{28AA20F5-450F-F643-3C45-C0B525D8F2A9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8982435" y="1720065"/>
                  <a:ext cx="1044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995" name="Ink 994">
                  <a:extLst>
                    <a:ext uri="{FF2B5EF4-FFF2-40B4-BE49-F238E27FC236}">
                      <a16:creationId xmlns:a16="http://schemas.microsoft.com/office/drawing/2014/main" id="{EC1D8478-0498-C248-50C3-DE525936D456}"/>
                    </a:ext>
                  </a:extLst>
                </p14:cNvPr>
                <p14:cNvContentPartPr/>
                <p14:nvPr/>
              </p14:nvContentPartPr>
              <p14:xfrm>
                <a:off x="9116715" y="1598745"/>
                <a:ext cx="116280" cy="40320"/>
              </p14:xfrm>
            </p:contentPart>
          </mc:Choice>
          <mc:Fallback xmlns="">
            <p:pic>
              <p:nvPicPr>
                <p:cNvPr id="995" name="Ink 994">
                  <a:extLst>
                    <a:ext uri="{FF2B5EF4-FFF2-40B4-BE49-F238E27FC236}">
                      <a16:creationId xmlns:a16="http://schemas.microsoft.com/office/drawing/2014/main" id="{EC1D8478-0498-C248-50C3-DE525936D456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9107715" y="1589745"/>
                  <a:ext cx="1339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996" name="Ink 995">
                  <a:extLst>
                    <a:ext uri="{FF2B5EF4-FFF2-40B4-BE49-F238E27FC236}">
                      <a16:creationId xmlns:a16="http://schemas.microsoft.com/office/drawing/2014/main" id="{E3F28E95-5A92-E4DB-93D7-11A11DAD8F5E}"/>
                    </a:ext>
                  </a:extLst>
                </p14:cNvPr>
                <p14:cNvContentPartPr/>
                <p14:nvPr/>
              </p14:nvContentPartPr>
              <p14:xfrm>
                <a:off x="9393555" y="1580025"/>
                <a:ext cx="174600" cy="34200"/>
              </p14:xfrm>
            </p:contentPart>
          </mc:Choice>
          <mc:Fallback xmlns="">
            <p:pic>
              <p:nvPicPr>
                <p:cNvPr id="996" name="Ink 995">
                  <a:extLst>
                    <a:ext uri="{FF2B5EF4-FFF2-40B4-BE49-F238E27FC236}">
                      <a16:creationId xmlns:a16="http://schemas.microsoft.com/office/drawing/2014/main" id="{E3F28E95-5A92-E4DB-93D7-11A11DAD8F5E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9384555" y="1571025"/>
                  <a:ext cx="1922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997" name="Ink 996">
                  <a:extLst>
                    <a:ext uri="{FF2B5EF4-FFF2-40B4-BE49-F238E27FC236}">
                      <a16:creationId xmlns:a16="http://schemas.microsoft.com/office/drawing/2014/main" id="{811BC6F8-659B-CF66-4642-DD092CD65595}"/>
                    </a:ext>
                  </a:extLst>
                </p14:cNvPr>
                <p14:cNvContentPartPr/>
                <p14:nvPr/>
              </p14:nvContentPartPr>
              <p14:xfrm>
                <a:off x="9726195" y="1587585"/>
                <a:ext cx="134280" cy="3960"/>
              </p14:xfrm>
            </p:contentPart>
          </mc:Choice>
          <mc:Fallback xmlns="">
            <p:pic>
              <p:nvPicPr>
                <p:cNvPr id="997" name="Ink 996">
                  <a:extLst>
                    <a:ext uri="{FF2B5EF4-FFF2-40B4-BE49-F238E27FC236}">
                      <a16:creationId xmlns:a16="http://schemas.microsoft.com/office/drawing/2014/main" id="{811BC6F8-659B-CF66-4642-DD092CD65595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9717171" y="1578585"/>
                  <a:ext cx="151967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998" name="Ink 997">
                  <a:extLst>
                    <a:ext uri="{FF2B5EF4-FFF2-40B4-BE49-F238E27FC236}">
                      <a16:creationId xmlns:a16="http://schemas.microsoft.com/office/drawing/2014/main" id="{A265C465-40F9-0BFE-939E-72E80CAB92D7}"/>
                    </a:ext>
                  </a:extLst>
                </p14:cNvPr>
                <p14:cNvContentPartPr/>
                <p14:nvPr/>
              </p14:nvContentPartPr>
              <p14:xfrm>
                <a:off x="10010595" y="1564905"/>
                <a:ext cx="198360" cy="3960"/>
              </p14:xfrm>
            </p:contentPart>
          </mc:Choice>
          <mc:Fallback xmlns="">
            <p:pic>
              <p:nvPicPr>
                <p:cNvPr id="998" name="Ink 997">
                  <a:extLst>
                    <a:ext uri="{FF2B5EF4-FFF2-40B4-BE49-F238E27FC236}">
                      <a16:creationId xmlns:a16="http://schemas.microsoft.com/office/drawing/2014/main" id="{A265C465-40F9-0BFE-939E-72E80CAB92D7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10001595" y="1555905"/>
                  <a:ext cx="2160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999" name="Ink 998">
                  <a:extLst>
                    <a:ext uri="{FF2B5EF4-FFF2-40B4-BE49-F238E27FC236}">
                      <a16:creationId xmlns:a16="http://schemas.microsoft.com/office/drawing/2014/main" id="{985D0F4C-B64E-4EA8-7E56-D0072410793D}"/>
                    </a:ext>
                  </a:extLst>
                </p14:cNvPr>
                <p14:cNvContentPartPr/>
                <p14:nvPr/>
              </p14:nvContentPartPr>
              <p14:xfrm>
                <a:off x="10345035" y="1596225"/>
                <a:ext cx="153720" cy="47880"/>
              </p14:xfrm>
            </p:contentPart>
          </mc:Choice>
          <mc:Fallback xmlns="">
            <p:pic>
              <p:nvPicPr>
                <p:cNvPr id="999" name="Ink 998">
                  <a:extLst>
                    <a:ext uri="{FF2B5EF4-FFF2-40B4-BE49-F238E27FC236}">
                      <a16:creationId xmlns:a16="http://schemas.microsoft.com/office/drawing/2014/main" id="{985D0F4C-B64E-4EA8-7E56-D0072410793D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10336035" y="1587157"/>
                  <a:ext cx="171360" cy="656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1000" name="Ink 999">
                  <a:extLst>
                    <a:ext uri="{FF2B5EF4-FFF2-40B4-BE49-F238E27FC236}">
                      <a16:creationId xmlns:a16="http://schemas.microsoft.com/office/drawing/2014/main" id="{15EBCA13-8B40-AE60-D94E-E1D8D6355194}"/>
                    </a:ext>
                  </a:extLst>
                </p14:cNvPr>
                <p14:cNvContentPartPr/>
                <p14:nvPr/>
              </p14:nvContentPartPr>
              <p14:xfrm>
                <a:off x="10653195" y="1689465"/>
                <a:ext cx="77400" cy="70560"/>
              </p14:xfrm>
            </p:contentPart>
          </mc:Choice>
          <mc:Fallback xmlns="">
            <p:pic>
              <p:nvPicPr>
                <p:cNvPr id="1000" name="Ink 999">
                  <a:extLst>
                    <a:ext uri="{FF2B5EF4-FFF2-40B4-BE49-F238E27FC236}">
                      <a16:creationId xmlns:a16="http://schemas.microsoft.com/office/drawing/2014/main" id="{15EBCA13-8B40-AE60-D94E-E1D8D6355194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10644195" y="1680511"/>
                  <a:ext cx="95040" cy="8811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1" name="Group 1000">
            <a:extLst>
              <a:ext uri="{FF2B5EF4-FFF2-40B4-BE49-F238E27FC236}">
                <a16:creationId xmlns:a16="http://schemas.microsoft.com/office/drawing/2014/main" id="{B86F5199-1596-AFC6-9BFC-B13C2D8841CE}"/>
              </a:ext>
            </a:extLst>
          </p:cNvPr>
          <p:cNvGrpSpPr/>
          <p:nvPr/>
        </p:nvGrpSpPr>
        <p:grpSpPr>
          <a:xfrm>
            <a:off x="10791435" y="1860465"/>
            <a:ext cx="609840" cy="534600"/>
            <a:chOff x="10791435" y="1860465"/>
            <a:chExt cx="609840" cy="53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1002" name="Ink 1001">
                  <a:extLst>
                    <a:ext uri="{FF2B5EF4-FFF2-40B4-BE49-F238E27FC236}">
                      <a16:creationId xmlns:a16="http://schemas.microsoft.com/office/drawing/2014/main" id="{AA9CF03D-84D8-47D1-8E9F-2697789DE7C6}"/>
                    </a:ext>
                  </a:extLst>
                </p14:cNvPr>
                <p14:cNvContentPartPr/>
                <p14:nvPr/>
              </p14:nvContentPartPr>
              <p14:xfrm>
                <a:off x="10791435" y="1862265"/>
                <a:ext cx="22320" cy="100080"/>
              </p14:xfrm>
            </p:contentPart>
          </mc:Choice>
          <mc:Fallback xmlns="">
            <p:pic>
              <p:nvPicPr>
                <p:cNvPr id="1002" name="Ink 1001">
                  <a:extLst>
                    <a:ext uri="{FF2B5EF4-FFF2-40B4-BE49-F238E27FC236}">
                      <a16:creationId xmlns:a16="http://schemas.microsoft.com/office/drawing/2014/main" id="{AA9CF03D-84D8-47D1-8E9F-2697789DE7C6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10782435" y="1853297"/>
                  <a:ext cx="39960" cy="1176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6">
              <p14:nvContentPartPr>
                <p14:cNvPr id="1003" name="Ink 1002">
                  <a:extLst>
                    <a:ext uri="{FF2B5EF4-FFF2-40B4-BE49-F238E27FC236}">
                      <a16:creationId xmlns:a16="http://schemas.microsoft.com/office/drawing/2014/main" id="{72B92649-40A7-4400-33C2-0BEE5AB12EC4}"/>
                    </a:ext>
                  </a:extLst>
                </p14:cNvPr>
                <p14:cNvContentPartPr/>
                <p14:nvPr/>
              </p14:nvContentPartPr>
              <p14:xfrm>
                <a:off x="10852275" y="2063505"/>
                <a:ext cx="53640" cy="123840"/>
              </p14:xfrm>
            </p:contentPart>
          </mc:Choice>
          <mc:Fallback xmlns="">
            <p:pic>
              <p:nvPicPr>
                <p:cNvPr id="1003" name="Ink 1002">
                  <a:extLst>
                    <a:ext uri="{FF2B5EF4-FFF2-40B4-BE49-F238E27FC236}">
                      <a16:creationId xmlns:a16="http://schemas.microsoft.com/office/drawing/2014/main" id="{72B92649-40A7-4400-33C2-0BEE5AB12EC4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10843275" y="2054505"/>
                  <a:ext cx="712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8">
              <p14:nvContentPartPr>
                <p14:cNvPr id="1004" name="Ink 1003">
                  <a:extLst>
                    <a:ext uri="{FF2B5EF4-FFF2-40B4-BE49-F238E27FC236}">
                      <a16:creationId xmlns:a16="http://schemas.microsoft.com/office/drawing/2014/main" id="{BB6CC234-9589-1189-B6D9-6E1FA0B1BFFD}"/>
                    </a:ext>
                  </a:extLst>
                </p14:cNvPr>
                <p14:cNvContentPartPr/>
                <p14:nvPr/>
              </p14:nvContentPartPr>
              <p14:xfrm>
                <a:off x="10940475" y="2287065"/>
                <a:ext cx="96840" cy="64800"/>
              </p14:xfrm>
            </p:contentPart>
          </mc:Choice>
          <mc:Fallback xmlns="">
            <p:pic>
              <p:nvPicPr>
                <p:cNvPr id="1004" name="Ink 1003">
                  <a:extLst>
                    <a:ext uri="{FF2B5EF4-FFF2-40B4-BE49-F238E27FC236}">
                      <a16:creationId xmlns:a16="http://schemas.microsoft.com/office/drawing/2014/main" id="{BB6CC234-9589-1189-B6D9-6E1FA0B1BFFD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10931475" y="2278015"/>
                  <a:ext cx="114480" cy="825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0">
              <p14:nvContentPartPr>
                <p14:cNvPr id="1005" name="Ink 1004">
                  <a:extLst>
                    <a:ext uri="{FF2B5EF4-FFF2-40B4-BE49-F238E27FC236}">
                      <a16:creationId xmlns:a16="http://schemas.microsoft.com/office/drawing/2014/main" id="{423F8EE2-A428-17DB-3AC5-D84D49598C17}"/>
                    </a:ext>
                  </a:extLst>
                </p14:cNvPr>
                <p14:cNvContentPartPr/>
                <p14:nvPr/>
              </p14:nvContentPartPr>
              <p14:xfrm>
                <a:off x="11119755" y="2374185"/>
                <a:ext cx="176400" cy="20880"/>
              </p14:xfrm>
            </p:contentPart>
          </mc:Choice>
          <mc:Fallback xmlns="">
            <p:pic>
              <p:nvPicPr>
                <p:cNvPr id="1005" name="Ink 1004">
                  <a:extLst>
                    <a:ext uri="{FF2B5EF4-FFF2-40B4-BE49-F238E27FC236}">
                      <a16:creationId xmlns:a16="http://schemas.microsoft.com/office/drawing/2014/main" id="{423F8EE2-A428-17DB-3AC5-D84D49598C17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11110755" y="2365185"/>
                  <a:ext cx="1940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2">
              <p14:nvContentPartPr>
                <p14:cNvPr id="1006" name="Ink 1005">
                  <a:extLst>
                    <a:ext uri="{FF2B5EF4-FFF2-40B4-BE49-F238E27FC236}">
                      <a16:creationId xmlns:a16="http://schemas.microsoft.com/office/drawing/2014/main" id="{5FB44868-13D1-529F-FBB2-E998A5D3AFCC}"/>
                    </a:ext>
                  </a:extLst>
                </p14:cNvPr>
                <p14:cNvContentPartPr/>
                <p14:nvPr/>
              </p14:nvContentPartPr>
              <p14:xfrm>
                <a:off x="11366355" y="2148825"/>
                <a:ext cx="34920" cy="166680"/>
              </p14:xfrm>
            </p:contentPart>
          </mc:Choice>
          <mc:Fallback xmlns="">
            <p:pic>
              <p:nvPicPr>
                <p:cNvPr id="1006" name="Ink 1005">
                  <a:extLst>
                    <a:ext uri="{FF2B5EF4-FFF2-40B4-BE49-F238E27FC236}">
                      <a16:creationId xmlns:a16="http://schemas.microsoft.com/office/drawing/2014/main" id="{5FB44868-13D1-529F-FBB2-E998A5D3AFCC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11357355" y="2139825"/>
                  <a:ext cx="525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4">
              <p14:nvContentPartPr>
                <p14:cNvPr id="1007" name="Ink 1006">
                  <a:extLst>
                    <a:ext uri="{FF2B5EF4-FFF2-40B4-BE49-F238E27FC236}">
                      <a16:creationId xmlns:a16="http://schemas.microsoft.com/office/drawing/2014/main" id="{039CC4A2-0C78-932F-8023-842B837A8944}"/>
                    </a:ext>
                  </a:extLst>
                </p14:cNvPr>
                <p14:cNvContentPartPr/>
                <p14:nvPr/>
              </p14:nvContentPartPr>
              <p14:xfrm>
                <a:off x="11352675" y="1860465"/>
                <a:ext cx="28440" cy="154440"/>
              </p14:xfrm>
            </p:contentPart>
          </mc:Choice>
          <mc:Fallback xmlns="">
            <p:pic>
              <p:nvPicPr>
                <p:cNvPr id="1007" name="Ink 1006">
                  <a:extLst>
                    <a:ext uri="{FF2B5EF4-FFF2-40B4-BE49-F238E27FC236}">
                      <a16:creationId xmlns:a16="http://schemas.microsoft.com/office/drawing/2014/main" id="{039CC4A2-0C78-932F-8023-842B837A8944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11343675" y="1851465"/>
                  <a:ext cx="46080" cy="17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76">
            <p14:nvContentPartPr>
              <p14:cNvPr id="1008" name="Ink 1007">
                <a:extLst>
                  <a:ext uri="{FF2B5EF4-FFF2-40B4-BE49-F238E27FC236}">
                    <a16:creationId xmlns:a16="http://schemas.microsoft.com/office/drawing/2014/main" id="{D37BA838-2453-955E-171A-17CC85316626}"/>
                  </a:ext>
                </a:extLst>
              </p14:cNvPr>
              <p14:cNvContentPartPr/>
              <p14:nvPr/>
            </p14:nvContentPartPr>
            <p14:xfrm>
              <a:off x="11340795" y="1555545"/>
              <a:ext cx="1080" cy="173160"/>
            </p14:xfrm>
          </p:contentPart>
        </mc:Choice>
        <mc:Fallback xmlns="">
          <p:pic>
            <p:nvPicPr>
              <p:cNvPr id="1008" name="Ink 1007">
                <a:extLst>
                  <a:ext uri="{FF2B5EF4-FFF2-40B4-BE49-F238E27FC236}">
                    <a16:creationId xmlns:a16="http://schemas.microsoft.com/office/drawing/2014/main" id="{D37BA838-2453-955E-171A-17CC85316626}"/>
                  </a:ext>
                </a:extLst>
              </p:cNvPr>
              <p:cNvPicPr/>
              <p:nvPr/>
            </p:nvPicPr>
            <p:blipFill>
              <a:blip r:embed="rId777"/>
              <a:stretch>
                <a:fillRect/>
              </a:stretch>
            </p:blipFill>
            <p:spPr>
              <a:xfrm>
                <a:off x="11331795" y="1546545"/>
                <a:ext cx="1872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8">
            <p14:nvContentPartPr>
              <p14:cNvPr id="1009" name="Ink 1008">
                <a:extLst>
                  <a:ext uri="{FF2B5EF4-FFF2-40B4-BE49-F238E27FC236}">
                    <a16:creationId xmlns:a16="http://schemas.microsoft.com/office/drawing/2014/main" id="{2FD97878-2176-2F33-3733-8489B7F28DB7}"/>
                  </a:ext>
                </a:extLst>
              </p14:cNvPr>
              <p14:cNvContentPartPr/>
              <p14:nvPr/>
            </p14:nvContentPartPr>
            <p14:xfrm>
              <a:off x="11293275" y="1260705"/>
              <a:ext cx="31680" cy="150480"/>
            </p14:xfrm>
          </p:contentPart>
        </mc:Choice>
        <mc:Fallback xmlns="">
          <p:pic>
            <p:nvPicPr>
              <p:cNvPr id="1009" name="Ink 1008">
                <a:extLst>
                  <a:ext uri="{FF2B5EF4-FFF2-40B4-BE49-F238E27FC236}">
                    <a16:creationId xmlns:a16="http://schemas.microsoft.com/office/drawing/2014/main" id="{2FD97878-2176-2F33-3733-8489B7F28DB7}"/>
                  </a:ext>
                </a:extLst>
              </p:cNvPr>
              <p:cNvPicPr/>
              <p:nvPr/>
            </p:nvPicPr>
            <p:blipFill>
              <a:blip r:embed="rId779"/>
              <a:stretch>
                <a:fillRect/>
              </a:stretch>
            </p:blipFill>
            <p:spPr>
              <a:xfrm>
                <a:off x="11284275" y="1251705"/>
                <a:ext cx="4932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0">
            <p14:nvContentPartPr>
              <p14:cNvPr id="1010" name="Ink 1009">
                <a:extLst>
                  <a:ext uri="{FF2B5EF4-FFF2-40B4-BE49-F238E27FC236}">
                    <a16:creationId xmlns:a16="http://schemas.microsoft.com/office/drawing/2014/main" id="{C8A7F699-B527-2718-7047-09720AC1FBD1}"/>
                  </a:ext>
                </a:extLst>
              </p14:cNvPr>
              <p14:cNvContentPartPr/>
              <p14:nvPr/>
            </p14:nvContentPartPr>
            <p14:xfrm>
              <a:off x="11048835" y="1087545"/>
              <a:ext cx="185760" cy="68760"/>
            </p14:xfrm>
          </p:contentPart>
        </mc:Choice>
        <mc:Fallback xmlns="">
          <p:pic>
            <p:nvPicPr>
              <p:cNvPr id="1010" name="Ink 1009">
                <a:extLst>
                  <a:ext uri="{FF2B5EF4-FFF2-40B4-BE49-F238E27FC236}">
                    <a16:creationId xmlns:a16="http://schemas.microsoft.com/office/drawing/2014/main" id="{C8A7F699-B527-2718-7047-09720AC1FBD1}"/>
                  </a:ext>
                </a:extLst>
              </p:cNvPr>
              <p:cNvPicPr/>
              <p:nvPr/>
            </p:nvPicPr>
            <p:blipFill>
              <a:blip r:embed="rId781"/>
              <a:stretch>
                <a:fillRect/>
              </a:stretch>
            </p:blipFill>
            <p:spPr>
              <a:xfrm>
                <a:off x="11039818" y="1078545"/>
                <a:ext cx="203434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2">
            <p14:nvContentPartPr>
              <p14:cNvPr id="1011" name="Ink 1010">
                <a:extLst>
                  <a:ext uri="{FF2B5EF4-FFF2-40B4-BE49-F238E27FC236}">
                    <a16:creationId xmlns:a16="http://schemas.microsoft.com/office/drawing/2014/main" id="{FBC651EE-0E93-2F3A-7A90-9CC698974E37}"/>
                  </a:ext>
                </a:extLst>
              </p14:cNvPr>
              <p14:cNvContentPartPr/>
              <p14:nvPr/>
            </p14:nvContentPartPr>
            <p14:xfrm>
              <a:off x="10738875" y="1009425"/>
              <a:ext cx="231480" cy="46080"/>
            </p14:xfrm>
          </p:contentPart>
        </mc:Choice>
        <mc:Fallback xmlns="">
          <p:pic>
            <p:nvPicPr>
              <p:cNvPr id="1011" name="Ink 1010">
                <a:extLst>
                  <a:ext uri="{FF2B5EF4-FFF2-40B4-BE49-F238E27FC236}">
                    <a16:creationId xmlns:a16="http://schemas.microsoft.com/office/drawing/2014/main" id="{FBC651EE-0E93-2F3A-7A90-9CC698974E37}"/>
                  </a:ext>
                </a:extLst>
              </p:cNvPr>
              <p:cNvPicPr/>
              <p:nvPr/>
            </p:nvPicPr>
            <p:blipFill>
              <a:blip r:embed="rId783"/>
              <a:stretch>
                <a:fillRect/>
              </a:stretch>
            </p:blipFill>
            <p:spPr>
              <a:xfrm>
                <a:off x="10729889" y="1000425"/>
                <a:ext cx="249093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4">
            <p14:nvContentPartPr>
              <p14:cNvPr id="1012" name="Ink 1011">
                <a:extLst>
                  <a:ext uri="{FF2B5EF4-FFF2-40B4-BE49-F238E27FC236}">
                    <a16:creationId xmlns:a16="http://schemas.microsoft.com/office/drawing/2014/main" id="{F6DD6700-8456-82D3-8B44-8D886FD5FE98}"/>
                  </a:ext>
                </a:extLst>
              </p14:cNvPr>
              <p14:cNvContentPartPr/>
              <p14:nvPr/>
            </p14:nvContentPartPr>
            <p14:xfrm>
              <a:off x="10350435" y="1034265"/>
              <a:ext cx="228960" cy="14040"/>
            </p14:xfrm>
          </p:contentPart>
        </mc:Choice>
        <mc:Fallback xmlns="">
          <p:pic>
            <p:nvPicPr>
              <p:cNvPr id="1012" name="Ink 1011">
                <a:extLst>
                  <a:ext uri="{FF2B5EF4-FFF2-40B4-BE49-F238E27FC236}">
                    <a16:creationId xmlns:a16="http://schemas.microsoft.com/office/drawing/2014/main" id="{F6DD6700-8456-82D3-8B44-8D886FD5FE98}"/>
                  </a:ext>
                </a:extLst>
              </p:cNvPr>
              <p:cNvPicPr/>
              <p:nvPr/>
            </p:nvPicPr>
            <p:blipFill>
              <a:blip r:embed="rId785"/>
              <a:stretch>
                <a:fillRect/>
              </a:stretch>
            </p:blipFill>
            <p:spPr>
              <a:xfrm>
                <a:off x="10341435" y="1025265"/>
                <a:ext cx="24660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6">
            <p14:nvContentPartPr>
              <p14:cNvPr id="1013" name="Ink 1012">
                <a:extLst>
                  <a:ext uri="{FF2B5EF4-FFF2-40B4-BE49-F238E27FC236}">
                    <a16:creationId xmlns:a16="http://schemas.microsoft.com/office/drawing/2014/main" id="{109EEFA4-1CF6-CCD8-89D6-E88036FE1C45}"/>
                  </a:ext>
                </a:extLst>
              </p14:cNvPr>
              <p14:cNvContentPartPr/>
              <p14:nvPr/>
            </p14:nvContentPartPr>
            <p14:xfrm>
              <a:off x="9914115" y="1028145"/>
              <a:ext cx="241560" cy="9000"/>
            </p14:xfrm>
          </p:contentPart>
        </mc:Choice>
        <mc:Fallback xmlns="">
          <p:pic>
            <p:nvPicPr>
              <p:cNvPr id="1013" name="Ink 1012">
                <a:extLst>
                  <a:ext uri="{FF2B5EF4-FFF2-40B4-BE49-F238E27FC236}">
                    <a16:creationId xmlns:a16="http://schemas.microsoft.com/office/drawing/2014/main" id="{109EEFA4-1CF6-CCD8-89D6-E88036FE1C45}"/>
                  </a:ext>
                </a:extLst>
              </p:cNvPr>
              <p:cNvPicPr/>
              <p:nvPr/>
            </p:nvPicPr>
            <p:blipFill>
              <a:blip r:embed="rId787"/>
              <a:stretch>
                <a:fillRect/>
              </a:stretch>
            </p:blipFill>
            <p:spPr>
              <a:xfrm>
                <a:off x="9905115" y="1019145"/>
                <a:ext cx="25920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8">
            <p14:nvContentPartPr>
              <p14:cNvPr id="1014" name="Ink 1013">
                <a:extLst>
                  <a:ext uri="{FF2B5EF4-FFF2-40B4-BE49-F238E27FC236}">
                    <a16:creationId xmlns:a16="http://schemas.microsoft.com/office/drawing/2014/main" id="{0B482F4E-F561-08EF-F3AF-E4BA0EE6E8A0}"/>
                  </a:ext>
                </a:extLst>
              </p14:cNvPr>
              <p14:cNvContentPartPr/>
              <p14:nvPr/>
            </p14:nvContentPartPr>
            <p14:xfrm>
              <a:off x="9555195" y="1016265"/>
              <a:ext cx="241560" cy="22680"/>
            </p14:xfrm>
          </p:contentPart>
        </mc:Choice>
        <mc:Fallback xmlns="">
          <p:pic>
            <p:nvPicPr>
              <p:cNvPr id="1014" name="Ink 1013">
                <a:extLst>
                  <a:ext uri="{FF2B5EF4-FFF2-40B4-BE49-F238E27FC236}">
                    <a16:creationId xmlns:a16="http://schemas.microsoft.com/office/drawing/2014/main" id="{0B482F4E-F561-08EF-F3AF-E4BA0EE6E8A0}"/>
                  </a:ext>
                </a:extLst>
              </p:cNvPr>
              <p:cNvPicPr/>
              <p:nvPr/>
            </p:nvPicPr>
            <p:blipFill>
              <a:blip r:embed="rId789"/>
              <a:stretch>
                <a:fillRect/>
              </a:stretch>
            </p:blipFill>
            <p:spPr>
              <a:xfrm>
                <a:off x="9546195" y="1007265"/>
                <a:ext cx="2592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0">
            <p14:nvContentPartPr>
              <p14:cNvPr id="1015" name="Ink 1014">
                <a:extLst>
                  <a:ext uri="{FF2B5EF4-FFF2-40B4-BE49-F238E27FC236}">
                    <a16:creationId xmlns:a16="http://schemas.microsoft.com/office/drawing/2014/main" id="{11C7DE42-8489-27F6-DF52-37D566C82B5A}"/>
                  </a:ext>
                </a:extLst>
              </p14:cNvPr>
              <p14:cNvContentPartPr/>
              <p14:nvPr/>
            </p14:nvContentPartPr>
            <p14:xfrm>
              <a:off x="8020515" y="928425"/>
              <a:ext cx="200880" cy="2880"/>
            </p14:xfrm>
          </p:contentPart>
        </mc:Choice>
        <mc:Fallback xmlns="">
          <p:pic>
            <p:nvPicPr>
              <p:cNvPr id="1015" name="Ink 1014">
                <a:extLst>
                  <a:ext uri="{FF2B5EF4-FFF2-40B4-BE49-F238E27FC236}">
                    <a16:creationId xmlns:a16="http://schemas.microsoft.com/office/drawing/2014/main" id="{11C7DE42-8489-27F6-DF52-37D566C82B5A}"/>
                  </a:ext>
                </a:extLst>
              </p:cNvPr>
              <p:cNvPicPr/>
              <p:nvPr/>
            </p:nvPicPr>
            <p:blipFill>
              <a:blip r:embed="rId791"/>
              <a:stretch>
                <a:fillRect/>
              </a:stretch>
            </p:blipFill>
            <p:spPr>
              <a:xfrm>
                <a:off x="8011515" y="919425"/>
                <a:ext cx="21852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2">
            <p14:nvContentPartPr>
              <p14:cNvPr id="1016" name="Ink 1015">
                <a:extLst>
                  <a:ext uri="{FF2B5EF4-FFF2-40B4-BE49-F238E27FC236}">
                    <a16:creationId xmlns:a16="http://schemas.microsoft.com/office/drawing/2014/main" id="{1BDFFC31-E132-34C5-5323-0CC8B780A923}"/>
                  </a:ext>
                </a:extLst>
              </p14:cNvPr>
              <p14:cNvContentPartPr/>
              <p14:nvPr/>
            </p14:nvContentPartPr>
            <p14:xfrm>
              <a:off x="7580955" y="929145"/>
              <a:ext cx="258480" cy="14760"/>
            </p14:xfrm>
          </p:contentPart>
        </mc:Choice>
        <mc:Fallback xmlns="">
          <p:pic>
            <p:nvPicPr>
              <p:cNvPr id="1016" name="Ink 1015">
                <a:extLst>
                  <a:ext uri="{FF2B5EF4-FFF2-40B4-BE49-F238E27FC236}">
                    <a16:creationId xmlns:a16="http://schemas.microsoft.com/office/drawing/2014/main" id="{1BDFFC31-E132-34C5-5323-0CC8B780A923}"/>
                  </a:ext>
                </a:extLst>
              </p:cNvPr>
              <p:cNvPicPr/>
              <p:nvPr/>
            </p:nvPicPr>
            <p:blipFill>
              <a:blip r:embed="rId793"/>
              <a:stretch>
                <a:fillRect/>
              </a:stretch>
            </p:blipFill>
            <p:spPr>
              <a:xfrm>
                <a:off x="7571968" y="920359"/>
                <a:ext cx="276095" cy="319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4">
            <p14:nvContentPartPr>
              <p14:cNvPr id="1017" name="Ink 1016">
                <a:extLst>
                  <a:ext uri="{FF2B5EF4-FFF2-40B4-BE49-F238E27FC236}">
                    <a16:creationId xmlns:a16="http://schemas.microsoft.com/office/drawing/2014/main" id="{C5960522-FBC8-BC3B-653B-F24B18AC4C8E}"/>
                  </a:ext>
                </a:extLst>
              </p14:cNvPr>
              <p14:cNvContentPartPr/>
              <p14:nvPr/>
            </p14:nvContentPartPr>
            <p14:xfrm>
              <a:off x="7187835" y="925905"/>
              <a:ext cx="216360" cy="17280"/>
            </p14:xfrm>
          </p:contentPart>
        </mc:Choice>
        <mc:Fallback xmlns="">
          <p:pic>
            <p:nvPicPr>
              <p:cNvPr id="1017" name="Ink 1016">
                <a:extLst>
                  <a:ext uri="{FF2B5EF4-FFF2-40B4-BE49-F238E27FC236}">
                    <a16:creationId xmlns:a16="http://schemas.microsoft.com/office/drawing/2014/main" id="{C5960522-FBC8-BC3B-653B-F24B18AC4C8E}"/>
                  </a:ext>
                </a:extLst>
              </p:cNvPr>
              <p:cNvPicPr/>
              <p:nvPr/>
            </p:nvPicPr>
            <p:blipFill>
              <a:blip r:embed="rId795"/>
              <a:stretch>
                <a:fillRect/>
              </a:stretch>
            </p:blipFill>
            <p:spPr>
              <a:xfrm>
                <a:off x="7178835" y="916905"/>
                <a:ext cx="234000" cy="3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8" name="Group 1017">
            <a:extLst>
              <a:ext uri="{FF2B5EF4-FFF2-40B4-BE49-F238E27FC236}">
                <a16:creationId xmlns:a16="http://schemas.microsoft.com/office/drawing/2014/main" id="{0D93B000-17DC-8E0C-B1BB-4561AFFE5218}"/>
              </a:ext>
            </a:extLst>
          </p:cNvPr>
          <p:cNvGrpSpPr/>
          <p:nvPr/>
        </p:nvGrpSpPr>
        <p:grpSpPr>
          <a:xfrm>
            <a:off x="3435915" y="728625"/>
            <a:ext cx="3568680" cy="361080"/>
            <a:chOff x="3435915" y="728625"/>
            <a:chExt cx="3568680" cy="36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6">
              <p14:nvContentPartPr>
                <p14:cNvPr id="1019" name="Ink 1018">
                  <a:extLst>
                    <a:ext uri="{FF2B5EF4-FFF2-40B4-BE49-F238E27FC236}">
                      <a16:creationId xmlns:a16="http://schemas.microsoft.com/office/drawing/2014/main" id="{F373BF44-F5C2-44AC-25BF-EB1FB50C9A67}"/>
                    </a:ext>
                  </a:extLst>
                </p14:cNvPr>
                <p14:cNvContentPartPr/>
                <p14:nvPr/>
              </p14:nvContentPartPr>
              <p14:xfrm>
                <a:off x="6751155" y="883425"/>
                <a:ext cx="253440" cy="31680"/>
              </p14:xfrm>
            </p:contentPart>
          </mc:Choice>
          <mc:Fallback xmlns="">
            <p:pic>
              <p:nvPicPr>
                <p:cNvPr id="1019" name="Ink 1018">
                  <a:extLst>
                    <a:ext uri="{FF2B5EF4-FFF2-40B4-BE49-F238E27FC236}">
                      <a16:creationId xmlns:a16="http://schemas.microsoft.com/office/drawing/2014/main" id="{F373BF44-F5C2-44AC-25BF-EB1FB50C9A67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6742155" y="874425"/>
                  <a:ext cx="2710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8">
              <p14:nvContentPartPr>
                <p14:cNvPr id="1020" name="Ink 1019">
                  <a:extLst>
                    <a:ext uri="{FF2B5EF4-FFF2-40B4-BE49-F238E27FC236}">
                      <a16:creationId xmlns:a16="http://schemas.microsoft.com/office/drawing/2014/main" id="{16B89955-6AAC-8FC6-3F04-C996ACDED9BF}"/>
                    </a:ext>
                  </a:extLst>
                </p14:cNvPr>
                <p14:cNvContentPartPr/>
                <p14:nvPr/>
              </p14:nvContentPartPr>
              <p14:xfrm>
                <a:off x="6495555" y="879105"/>
                <a:ext cx="186480" cy="8280"/>
              </p14:xfrm>
            </p:contentPart>
          </mc:Choice>
          <mc:Fallback xmlns="">
            <p:pic>
              <p:nvPicPr>
                <p:cNvPr id="1020" name="Ink 1019">
                  <a:extLst>
                    <a:ext uri="{FF2B5EF4-FFF2-40B4-BE49-F238E27FC236}">
                      <a16:creationId xmlns:a16="http://schemas.microsoft.com/office/drawing/2014/main" id="{16B89955-6AAC-8FC6-3F04-C996ACDED9BF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6486555" y="870105"/>
                  <a:ext cx="2041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0">
              <p14:nvContentPartPr>
                <p14:cNvPr id="1021" name="Ink 1020">
                  <a:extLst>
                    <a:ext uri="{FF2B5EF4-FFF2-40B4-BE49-F238E27FC236}">
                      <a16:creationId xmlns:a16="http://schemas.microsoft.com/office/drawing/2014/main" id="{D95B805E-14D6-F221-607B-D6E08CAF68D0}"/>
                    </a:ext>
                  </a:extLst>
                </p14:cNvPr>
                <p14:cNvContentPartPr/>
                <p14:nvPr/>
              </p14:nvContentPartPr>
              <p14:xfrm>
                <a:off x="6244995" y="821505"/>
                <a:ext cx="119880" cy="23040"/>
              </p14:xfrm>
            </p:contentPart>
          </mc:Choice>
          <mc:Fallback xmlns="">
            <p:pic>
              <p:nvPicPr>
                <p:cNvPr id="1021" name="Ink 1020">
                  <a:extLst>
                    <a:ext uri="{FF2B5EF4-FFF2-40B4-BE49-F238E27FC236}">
                      <a16:creationId xmlns:a16="http://schemas.microsoft.com/office/drawing/2014/main" id="{D95B805E-14D6-F221-607B-D6E08CAF68D0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6235995" y="812505"/>
                  <a:ext cx="1375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2">
              <p14:nvContentPartPr>
                <p14:cNvPr id="1022" name="Ink 1021">
                  <a:extLst>
                    <a:ext uri="{FF2B5EF4-FFF2-40B4-BE49-F238E27FC236}">
                      <a16:creationId xmlns:a16="http://schemas.microsoft.com/office/drawing/2014/main" id="{15F370A3-1A87-DCE3-80B9-0CF082674D53}"/>
                    </a:ext>
                  </a:extLst>
                </p14:cNvPr>
                <p14:cNvContentPartPr/>
                <p14:nvPr/>
              </p14:nvContentPartPr>
              <p14:xfrm>
                <a:off x="6010995" y="784425"/>
                <a:ext cx="133560" cy="9000"/>
              </p14:xfrm>
            </p:contentPart>
          </mc:Choice>
          <mc:Fallback xmlns="">
            <p:pic>
              <p:nvPicPr>
                <p:cNvPr id="1022" name="Ink 1021">
                  <a:extLst>
                    <a:ext uri="{FF2B5EF4-FFF2-40B4-BE49-F238E27FC236}">
                      <a16:creationId xmlns:a16="http://schemas.microsoft.com/office/drawing/2014/main" id="{15F370A3-1A87-DCE3-80B9-0CF082674D53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6001995" y="775425"/>
                  <a:ext cx="1512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4">
              <p14:nvContentPartPr>
                <p14:cNvPr id="1023" name="Ink 1022">
                  <a:extLst>
                    <a:ext uri="{FF2B5EF4-FFF2-40B4-BE49-F238E27FC236}">
                      <a16:creationId xmlns:a16="http://schemas.microsoft.com/office/drawing/2014/main" id="{1777FE87-269F-ABB1-C19D-408515F75CEC}"/>
                    </a:ext>
                  </a:extLst>
                </p14:cNvPr>
                <p14:cNvContentPartPr/>
                <p14:nvPr/>
              </p14:nvContentPartPr>
              <p14:xfrm>
                <a:off x="5683755" y="754185"/>
                <a:ext cx="177120" cy="7560"/>
              </p14:xfrm>
            </p:contentPart>
          </mc:Choice>
          <mc:Fallback xmlns="">
            <p:pic>
              <p:nvPicPr>
                <p:cNvPr id="1023" name="Ink 1022">
                  <a:extLst>
                    <a:ext uri="{FF2B5EF4-FFF2-40B4-BE49-F238E27FC236}">
                      <a16:creationId xmlns:a16="http://schemas.microsoft.com/office/drawing/2014/main" id="{1777FE87-269F-ABB1-C19D-408515F75CEC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5674773" y="745185"/>
                  <a:ext cx="194724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6">
              <p14:nvContentPartPr>
                <p14:cNvPr id="1024" name="Ink 1023">
                  <a:extLst>
                    <a:ext uri="{FF2B5EF4-FFF2-40B4-BE49-F238E27FC236}">
                      <a16:creationId xmlns:a16="http://schemas.microsoft.com/office/drawing/2014/main" id="{10EE003A-26C0-D820-CBCF-05B10478170B}"/>
                    </a:ext>
                  </a:extLst>
                </p14:cNvPr>
                <p14:cNvContentPartPr/>
                <p14:nvPr/>
              </p14:nvContentPartPr>
              <p14:xfrm>
                <a:off x="5162835" y="736185"/>
                <a:ext cx="177480" cy="29160"/>
              </p14:xfrm>
            </p:contentPart>
          </mc:Choice>
          <mc:Fallback xmlns="">
            <p:pic>
              <p:nvPicPr>
                <p:cNvPr id="1024" name="Ink 1023">
                  <a:extLst>
                    <a:ext uri="{FF2B5EF4-FFF2-40B4-BE49-F238E27FC236}">
                      <a16:creationId xmlns:a16="http://schemas.microsoft.com/office/drawing/2014/main" id="{10EE003A-26C0-D820-CBCF-05B10478170B}"/>
                    </a:ext>
                  </a:extLst>
                </p:cNvPr>
                <p:cNvPicPr/>
                <p:nvPr/>
              </p:nvPicPr>
              <p:blipFill>
                <a:blip r:embed="rId807"/>
                <a:stretch>
                  <a:fillRect/>
                </a:stretch>
              </p:blipFill>
              <p:spPr>
                <a:xfrm>
                  <a:off x="5153817" y="727185"/>
                  <a:ext cx="195156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8">
              <p14:nvContentPartPr>
                <p14:cNvPr id="1025" name="Ink 1024">
                  <a:extLst>
                    <a:ext uri="{FF2B5EF4-FFF2-40B4-BE49-F238E27FC236}">
                      <a16:creationId xmlns:a16="http://schemas.microsoft.com/office/drawing/2014/main" id="{2D49AE16-D97E-B4D0-78F5-B380828C32A9}"/>
                    </a:ext>
                  </a:extLst>
                </p14:cNvPr>
                <p14:cNvContentPartPr/>
                <p14:nvPr/>
              </p14:nvContentPartPr>
              <p14:xfrm>
                <a:off x="5446515" y="745545"/>
                <a:ext cx="134280" cy="6120"/>
              </p14:xfrm>
            </p:contentPart>
          </mc:Choice>
          <mc:Fallback xmlns="">
            <p:pic>
              <p:nvPicPr>
                <p:cNvPr id="1025" name="Ink 1024">
                  <a:extLst>
                    <a:ext uri="{FF2B5EF4-FFF2-40B4-BE49-F238E27FC236}">
                      <a16:creationId xmlns:a16="http://schemas.microsoft.com/office/drawing/2014/main" id="{2D49AE16-D97E-B4D0-78F5-B380828C32A9}"/>
                    </a:ext>
                  </a:extLst>
                </p:cNvPr>
                <p:cNvPicPr/>
                <p:nvPr/>
              </p:nvPicPr>
              <p:blipFill>
                <a:blip r:embed="rId809"/>
                <a:stretch>
                  <a:fillRect/>
                </a:stretch>
              </p:blipFill>
              <p:spPr>
                <a:xfrm>
                  <a:off x="5437515" y="737045"/>
                  <a:ext cx="151920" cy="227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0">
              <p14:nvContentPartPr>
                <p14:cNvPr id="1026" name="Ink 1025">
                  <a:extLst>
                    <a:ext uri="{FF2B5EF4-FFF2-40B4-BE49-F238E27FC236}">
                      <a16:creationId xmlns:a16="http://schemas.microsoft.com/office/drawing/2014/main" id="{3C21A584-E350-0FCC-C781-0C1A24150396}"/>
                    </a:ext>
                  </a:extLst>
                </p14:cNvPr>
                <p14:cNvContentPartPr/>
                <p14:nvPr/>
              </p14:nvContentPartPr>
              <p14:xfrm>
                <a:off x="4918395" y="728625"/>
                <a:ext cx="145800" cy="18000"/>
              </p14:xfrm>
            </p:contentPart>
          </mc:Choice>
          <mc:Fallback xmlns="">
            <p:pic>
              <p:nvPicPr>
                <p:cNvPr id="1026" name="Ink 1025">
                  <a:extLst>
                    <a:ext uri="{FF2B5EF4-FFF2-40B4-BE49-F238E27FC236}">
                      <a16:creationId xmlns:a16="http://schemas.microsoft.com/office/drawing/2014/main" id="{3C21A584-E350-0FCC-C781-0C1A24150396}"/>
                    </a:ext>
                  </a:extLst>
                </p:cNvPr>
                <p:cNvPicPr/>
                <p:nvPr/>
              </p:nvPicPr>
              <p:blipFill>
                <a:blip r:embed="rId811"/>
                <a:stretch>
                  <a:fillRect/>
                </a:stretch>
              </p:blipFill>
              <p:spPr>
                <a:xfrm>
                  <a:off x="4909395" y="719801"/>
                  <a:ext cx="163440" cy="352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2">
              <p14:nvContentPartPr>
                <p14:cNvPr id="1027" name="Ink 1026">
                  <a:extLst>
                    <a:ext uri="{FF2B5EF4-FFF2-40B4-BE49-F238E27FC236}">
                      <a16:creationId xmlns:a16="http://schemas.microsoft.com/office/drawing/2014/main" id="{BFAC5D1C-705C-21F3-3033-B6E070356F93}"/>
                    </a:ext>
                  </a:extLst>
                </p14:cNvPr>
                <p14:cNvContentPartPr/>
                <p14:nvPr/>
              </p14:nvContentPartPr>
              <p14:xfrm>
                <a:off x="4756755" y="786225"/>
                <a:ext cx="121320" cy="47880"/>
              </p14:xfrm>
            </p:contentPart>
          </mc:Choice>
          <mc:Fallback xmlns="">
            <p:pic>
              <p:nvPicPr>
                <p:cNvPr id="1027" name="Ink 1026">
                  <a:extLst>
                    <a:ext uri="{FF2B5EF4-FFF2-40B4-BE49-F238E27FC236}">
                      <a16:creationId xmlns:a16="http://schemas.microsoft.com/office/drawing/2014/main" id="{BFAC5D1C-705C-21F3-3033-B6E070356F93}"/>
                    </a:ext>
                  </a:extLst>
                </p:cNvPr>
                <p:cNvPicPr/>
                <p:nvPr/>
              </p:nvPicPr>
              <p:blipFill>
                <a:blip r:embed="rId813"/>
                <a:stretch>
                  <a:fillRect/>
                </a:stretch>
              </p:blipFill>
              <p:spPr>
                <a:xfrm>
                  <a:off x="4747755" y="777225"/>
                  <a:ext cx="1389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4">
              <p14:nvContentPartPr>
                <p14:cNvPr id="1028" name="Ink 1027">
                  <a:extLst>
                    <a:ext uri="{FF2B5EF4-FFF2-40B4-BE49-F238E27FC236}">
                      <a16:creationId xmlns:a16="http://schemas.microsoft.com/office/drawing/2014/main" id="{F682B81F-D06A-A293-07AB-FB33335F1775}"/>
                    </a:ext>
                  </a:extLst>
                </p14:cNvPr>
                <p14:cNvContentPartPr/>
                <p14:nvPr/>
              </p14:nvContentPartPr>
              <p14:xfrm>
                <a:off x="4486035" y="864705"/>
                <a:ext cx="176760" cy="54720"/>
              </p14:xfrm>
            </p:contentPart>
          </mc:Choice>
          <mc:Fallback xmlns="">
            <p:pic>
              <p:nvPicPr>
                <p:cNvPr id="1028" name="Ink 1027">
                  <a:extLst>
                    <a:ext uri="{FF2B5EF4-FFF2-40B4-BE49-F238E27FC236}">
                      <a16:creationId xmlns:a16="http://schemas.microsoft.com/office/drawing/2014/main" id="{F682B81F-D06A-A293-07AB-FB33335F1775}"/>
                    </a:ext>
                  </a:extLst>
                </p:cNvPr>
                <p:cNvPicPr/>
                <p:nvPr/>
              </p:nvPicPr>
              <p:blipFill>
                <a:blip r:embed="rId815"/>
                <a:stretch>
                  <a:fillRect/>
                </a:stretch>
              </p:blipFill>
              <p:spPr>
                <a:xfrm>
                  <a:off x="4477035" y="855645"/>
                  <a:ext cx="194400" cy="724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6">
              <p14:nvContentPartPr>
                <p14:cNvPr id="1029" name="Ink 1028">
                  <a:extLst>
                    <a:ext uri="{FF2B5EF4-FFF2-40B4-BE49-F238E27FC236}">
                      <a16:creationId xmlns:a16="http://schemas.microsoft.com/office/drawing/2014/main" id="{6D2C18B4-B822-C9F6-E86C-39C60F1607DB}"/>
                    </a:ext>
                  </a:extLst>
                </p14:cNvPr>
                <p14:cNvContentPartPr/>
                <p14:nvPr/>
              </p14:nvContentPartPr>
              <p14:xfrm>
                <a:off x="4218915" y="967305"/>
                <a:ext cx="159480" cy="24840"/>
              </p14:xfrm>
            </p:contentPart>
          </mc:Choice>
          <mc:Fallback xmlns="">
            <p:pic>
              <p:nvPicPr>
                <p:cNvPr id="1029" name="Ink 1028">
                  <a:extLst>
                    <a:ext uri="{FF2B5EF4-FFF2-40B4-BE49-F238E27FC236}">
                      <a16:creationId xmlns:a16="http://schemas.microsoft.com/office/drawing/2014/main" id="{6D2C18B4-B822-C9F6-E86C-39C60F1607DB}"/>
                    </a:ext>
                  </a:extLst>
                </p:cNvPr>
                <p:cNvPicPr/>
                <p:nvPr/>
              </p:nvPicPr>
              <p:blipFill>
                <a:blip r:embed="rId817"/>
                <a:stretch>
                  <a:fillRect/>
                </a:stretch>
              </p:blipFill>
              <p:spPr>
                <a:xfrm>
                  <a:off x="4209915" y="958434"/>
                  <a:ext cx="177120" cy="422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8">
              <p14:nvContentPartPr>
                <p14:cNvPr id="1030" name="Ink 1029">
                  <a:extLst>
                    <a:ext uri="{FF2B5EF4-FFF2-40B4-BE49-F238E27FC236}">
                      <a16:creationId xmlns:a16="http://schemas.microsoft.com/office/drawing/2014/main" id="{B0B729B3-036E-801B-6BB3-AACDA125EC34}"/>
                    </a:ext>
                  </a:extLst>
                </p14:cNvPr>
                <p14:cNvContentPartPr/>
                <p14:nvPr/>
              </p14:nvContentPartPr>
              <p14:xfrm>
                <a:off x="3962595" y="1017345"/>
                <a:ext cx="187200" cy="43560"/>
              </p14:xfrm>
            </p:contentPart>
          </mc:Choice>
          <mc:Fallback xmlns="">
            <p:pic>
              <p:nvPicPr>
                <p:cNvPr id="1030" name="Ink 1029">
                  <a:extLst>
                    <a:ext uri="{FF2B5EF4-FFF2-40B4-BE49-F238E27FC236}">
                      <a16:creationId xmlns:a16="http://schemas.microsoft.com/office/drawing/2014/main" id="{B0B729B3-036E-801B-6BB3-AACDA125EC34}"/>
                    </a:ext>
                  </a:extLst>
                </p:cNvPr>
                <p:cNvPicPr/>
                <p:nvPr/>
              </p:nvPicPr>
              <p:blipFill>
                <a:blip r:embed="rId819"/>
                <a:stretch>
                  <a:fillRect/>
                </a:stretch>
              </p:blipFill>
              <p:spPr>
                <a:xfrm>
                  <a:off x="3953595" y="1008345"/>
                  <a:ext cx="2048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0">
              <p14:nvContentPartPr>
                <p14:cNvPr id="1031" name="Ink 1030">
                  <a:extLst>
                    <a:ext uri="{FF2B5EF4-FFF2-40B4-BE49-F238E27FC236}">
                      <a16:creationId xmlns:a16="http://schemas.microsoft.com/office/drawing/2014/main" id="{7114DDC5-0B04-67E8-62F2-4EF151AE76FC}"/>
                    </a:ext>
                  </a:extLst>
                </p14:cNvPr>
                <p14:cNvContentPartPr/>
                <p14:nvPr/>
              </p14:nvContentPartPr>
              <p14:xfrm>
                <a:off x="3693315" y="1061265"/>
                <a:ext cx="136440" cy="14040"/>
              </p14:xfrm>
            </p:contentPart>
          </mc:Choice>
          <mc:Fallback xmlns="">
            <p:pic>
              <p:nvPicPr>
                <p:cNvPr id="1031" name="Ink 1030">
                  <a:extLst>
                    <a:ext uri="{FF2B5EF4-FFF2-40B4-BE49-F238E27FC236}">
                      <a16:creationId xmlns:a16="http://schemas.microsoft.com/office/drawing/2014/main" id="{7114DDC5-0B04-67E8-62F2-4EF151AE76FC}"/>
                    </a:ext>
                  </a:extLst>
                </p:cNvPr>
                <p:cNvPicPr/>
                <p:nvPr/>
              </p:nvPicPr>
              <p:blipFill>
                <a:blip r:embed="rId821"/>
                <a:stretch>
                  <a:fillRect/>
                </a:stretch>
              </p:blipFill>
              <p:spPr>
                <a:xfrm>
                  <a:off x="3684315" y="1052265"/>
                  <a:ext cx="1540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2">
              <p14:nvContentPartPr>
                <p14:cNvPr id="1032" name="Ink 1031">
                  <a:extLst>
                    <a:ext uri="{FF2B5EF4-FFF2-40B4-BE49-F238E27FC236}">
                      <a16:creationId xmlns:a16="http://schemas.microsoft.com/office/drawing/2014/main" id="{19DA201C-3704-CC39-988A-0F26A979A222}"/>
                    </a:ext>
                  </a:extLst>
                </p14:cNvPr>
                <p14:cNvContentPartPr/>
                <p14:nvPr/>
              </p14:nvContentPartPr>
              <p14:xfrm>
                <a:off x="3435915" y="1079985"/>
                <a:ext cx="122040" cy="9720"/>
              </p14:xfrm>
            </p:contentPart>
          </mc:Choice>
          <mc:Fallback xmlns="">
            <p:pic>
              <p:nvPicPr>
                <p:cNvPr id="1032" name="Ink 1031">
                  <a:extLst>
                    <a:ext uri="{FF2B5EF4-FFF2-40B4-BE49-F238E27FC236}">
                      <a16:creationId xmlns:a16="http://schemas.microsoft.com/office/drawing/2014/main" id="{19DA201C-3704-CC39-988A-0F26A979A222}"/>
                    </a:ext>
                  </a:extLst>
                </p:cNvPr>
                <p:cNvPicPr/>
                <p:nvPr/>
              </p:nvPicPr>
              <p:blipFill>
                <a:blip r:embed="rId823"/>
                <a:stretch>
                  <a:fillRect/>
                </a:stretch>
              </p:blipFill>
              <p:spPr>
                <a:xfrm>
                  <a:off x="3426941" y="1070985"/>
                  <a:ext cx="139628" cy="2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4">
            <p14:nvContentPartPr>
              <p14:cNvPr id="1033" name="Ink 1032">
                <a:extLst>
                  <a:ext uri="{FF2B5EF4-FFF2-40B4-BE49-F238E27FC236}">
                    <a16:creationId xmlns:a16="http://schemas.microsoft.com/office/drawing/2014/main" id="{62B1DBF9-6784-566F-8935-1F517334B830}"/>
                  </a:ext>
                </a:extLst>
              </p14:cNvPr>
              <p14:cNvContentPartPr/>
              <p14:nvPr/>
            </p14:nvContentPartPr>
            <p14:xfrm>
              <a:off x="3092835" y="1098345"/>
              <a:ext cx="148680" cy="23040"/>
            </p14:xfrm>
          </p:contentPart>
        </mc:Choice>
        <mc:Fallback xmlns="">
          <p:pic>
            <p:nvPicPr>
              <p:cNvPr id="1033" name="Ink 1032">
                <a:extLst>
                  <a:ext uri="{FF2B5EF4-FFF2-40B4-BE49-F238E27FC236}">
                    <a16:creationId xmlns:a16="http://schemas.microsoft.com/office/drawing/2014/main" id="{62B1DBF9-6784-566F-8935-1F517334B830}"/>
                  </a:ext>
                </a:extLst>
              </p:cNvPr>
              <p:cNvPicPr/>
              <p:nvPr/>
            </p:nvPicPr>
            <p:blipFill>
              <a:blip r:embed="rId825"/>
              <a:stretch>
                <a:fillRect/>
              </a:stretch>
            </p:blipFill>
            <p:spPr>
              <a:xfrm>
                <a:off x="3083813" y="1089345"/>
                <a:ext cx="166363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6">
            <p14:nvContentPartPr>
              <p14:cNvPr id="1034" name="Ink 1033">
                <a:extLst>
                  <a:ext uri="{FF2B5EF4-FFF2-40B4-BE49-F238E27FC236}">
                    <a16:creationId xmlns:a16="http://schemas.microsoft.com/office/drawing/2014/main" id="{0D268A41-F147-EBE5-C8AE-FBE94F649037}"/>
                  </a:ext>
                </a:extLst>
              </p14:cNvPr>
              <p14:cNvContentPartPr/>
              <p14:nvPr/>
            </p14:nvContentPartPr>
            <p14:xfrm>
              <a:off x="2814915" y="1094745"/>
              <a:ext cx="99720" cy="13320"/>
            </p14:xfrm>
          </p:contentPart>
        </mc:Choice>
        <mc:Fallback xmlns="">
          <p:pic>
            <p:nvPicPr>
              <p:cNvPr id="1034" name="Ink 1033">
                <a:extLst>
                  <a:ext uri="{FF2B5EF4-FFF2-40B4-BE49-F238E27FC236}">
                    <a16:creationId xmlns:a16="http://schemas.microsoft.com/office/drawing/2014/main" id="{0D268A41-F147-EBE5-C8AE-FBE94F649037}"/>
                  </a:ext>
                </a:extLst>
              </p:cNvPr>
              <p:cNvPicPr/>
              <p:nvPr/>
            </p:nvPicPr>
            <p:blipFill>
              <a:blip r:embed="rId827"/>
              <a:stretch>
                <a:fillRect/>
              </a:stretch>
            </p:blipFill>
            <p:spPr>
              <a:xfrm>
                <a:off x="2805882" y="1085745"/>
                <a:ext cx="117424" cy="3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57BB36D4-4B8E-2500-141E-01F596A08BDC}"/>
              </a:ext>
            </a:extLst>
          </p:cNvPr>
          <p:cNvGrpSpPr/>
          <p:nvPr/>
        </p:nvGrpSpPr>
        <p:grpSpPr>
          <a:xfrm>
            <a:off x="1606395" y="1078185"/>
            <a:ext cx="1022760" cy="195840"/>
            <a:chOff x="1606395" y="1078185"/>
            <a:chExt cx="1022760" cy="19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8">
              <p14:nvContentPartPr>
                <p14:cNvPr id="1036" name="Ink 1035">
                  <a:extLst>
                    <a:ext uri="{FF2B5EF4-FFF2-40B4-BE49-F238E27FC236}">
                      <a16:creationId xmlns:a16="http://schemas.microsoft.com/office/drawing/2014/main" id="{1B85178A-B588-62BF-00B3-70DD00AB51A5}"/>
                    </a:ext>
                  </a:extLst>
                </p14:cNvPr>
                <p14:cNvContentPartPr/>
                <p14:nvPr/>
              </p14:nvContentPartPr>
              <p14:xfrm>
                <a:off x="2466435" y="1088265"/>
                <a:ext cx="162720" cy="29880"/>
              </p14:xfrm>
            </p:contentPart>
          </mc:Choice>
          <mc:Fallback xmlns="">
            <p:pic>
              <p:nvPicPr>
                <p:cNvPr id="1036" name="Ink 1035">
                  <a:extLst>
                    <a:ext uri="{FF2B5EF4-FFF2-40B4-BE49-F238E27FC236}">
                      <a16:creationId xmlns:a16="http://schemas.microsoft.com/office/drawing/2014/main" id="{1B85178A-B588-62BF-00B3-70DD00AB51A5}"/>
                    </a:ext>
                  </a:extLst>
                </p:cNvPr>
                <p:cNvPicPr/>
                <p:nvPr/>
              </p:nvPicPr>
              <p:blipFill>
                <a:blip r:embed="rId829"/>
                <a:stretch>
                  <a:fillRect/>
                </a:stretch>
              </p:blipFill>
              <p:spPr>
                <a:xfrm>
                  <a:off x="2457435" y="1079265"/>
                  <a:ext cx="1803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0">
              <p14:nvContentPartPr>
                <p14:cNvPr id="1037" name="Ink 1036">
                  <a:extLst>
                    <a:ext uri="{FF2B5EF4-FFF2-40B4-BE49-F238E27FC236}">
                      <a16:creationId xmlns:a16="http://schemas.microsoft.com/office/drawing/2014/main" id="{0C6CA782-45E2-ECA8-91D4-DA51D2507595}"/>
                    </a:ext>
                  </a:extLst>
                </p14:cNvPr>
                <p14:cNvContentPartPr/>
                <p14:nvPr/>
              </p14:nvContentPartPr>
              <p14:xfrm>
                <a:off x="2192835" y="1087545"/>
                <a:ext cx="124920" cy="7560"/>
              </p14:xfrm>
            </p:contentPart>
          </mc:Choice>
          <mc:Fallback xmlns="">
            <p:pic>
              <p:nvPicPr>
                <p:cNvPr id="1037" name="Ink 1036">
                  <a:extLst>
                    <a:ext uri="{FF2B5EF4-FFF2-40B4-BE49-F238E27FC236}">
                      <a16:creationId xmlns:a16="http://schemas.microsoft.com/office/drawing/2014/main" id="{0C6CA782-45E2-ECA8-91D4-DA51D2507595}"/>
                    </a:ext>
                  </a:extLst>
                </p:cNvPr>
                <p:cNvPicPr/>
                <p:nvPr/>
              </p:nvPicPr>
              <p:blipFill>
                <a:blip r:embed="rId831"/>
                <a:stretch>
                  <a:fillRect/>
                </a:stretch>
              </p:blipFill>
              <p:spPr>
                <a:xfrm>
                  <a:off x="2183835" y="1078545"/>
                  <a:ext cx="1425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2">
              <p14:nvContentPartPr>
                <p14:cNvPr id="1038" name="Ink 1037">
                  <a:extLst>
                    <a:ext uri="{FF2B5EF4-FFF2-40B4-BE49-F238E27FC236}">
                      <a16:creationId xmlns:a16="http://schemas.microsoft.com/office/drawing/2014/main" id="{F8BCF678-63EE-1FDC-1CF4-7DDF46FC636A}"/>
                    </a:ext>
                  </a:extLst>
                </p14:cNvPr>
                <p14:cNvContentPartPr/>
                <p14:nvPr/>
              </p14:nvContentPartPr>
              <p14:xfrm>
                <a:off x="1912755" y="1078185"/>
                <a:ext cx="130680" cy="34920"/>
              </p14:xfrm>
            </p:contentPart>
          </mc:Choice>
          <mc:Fallback xmlns="">
            <p:pic>
              <p:nvPicPr>
                <p:cNvPr id="1038" name="Ink 1037">
                  <a:extLst>
                    <a:ext uri="{FF2B5EF4-FFF2-40B4-BE49-F238E27FC236}">
                      <a16:creationId xmlns:a16="http://schemas.microsoft.com/office/drawing/2014/main" id="{F8BCF678-63EE-1FDC-1CF4-7DDF46FC636A}"/>
                    </a:ext>
                  </a:extLst>
                </p:cNvPr>
                <p:cNvPicPr/>
                <p:nvPr/>
              </p:nvPicPr>
              <p:blipFill>
                <a:blip r:embed="rId833"/>
                <a:stretch>
                  <a:fillRect/>
                </a:stretch>
              </p:blipFill>
              <p:spPr>
                <a:xfrm>
                  <a:off x="1903755" y="1069277"/>
                  <a:ext cx="148320" cy="523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4">
              <p14:nvContentPartPr>
                <p14:cNvPr id="1039" name="Ink 1038">
                  <a:extLst>
                    <a:ext uri="{FF2B5EF4-FFF2-40B4-BE49-F238E27FC236}">
                      <a16:creationId xmlns:a16="http://schemas.microsoft.com/office/drawing/2014/main" id="{F83C1ADB-AB63-7EFC-6FD7-5D3A1E61AAB5}"/>
                    </a:ext>
                  </a:extLst>
                </p14:cNvPr>
                <p14:cNvContentPartPr/>
                <p14:nvPr/>
              </p14:nvContentPartPr>
              <p14:xfrm>
                <a:off x="1695315" y="1120665"/>
                <a:ext cx="122400" cy="57960"/>
              </p14:xfrm>
            </p:contentPart>
          </mc:Choice>
          <mc:Fallback xmlns="">
            <p:pic>
              <p:nvPicPr>
                <p:cNvPr id="1039" name="Ink 1038">
                  <a:extLst>
                    <a:ext uri="{FF2B5EF4-FFF2-40B4-BE49-F238E27FC236}">
                      <a16:creationId xmlns:a16="http://schemas.microsoft.com/office/drawing/2014/main" id="{F83C1ADB-AB63-7EFC-6FD7-5D3A1E61AAB5}"/>
                    </a:ext>
                  </a:extLst>
                </p:cNvPr>
                <p:cNvPicPr/>
                <p:nvPr/>
              </p:nvPicPr>
              <p:blipFill>
                <a:blip r:embed="rId835"/>
                <a:stretch>
                  <a:fillRect/>
                </a:stretch>
              </p:blipFill>
              <p:spPr>
                <a:xfrm>
                  <a:off x="1686315" y="1111665"/>
                  <a:ext cx="1400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6">
              <p14:nvContentPartPr>
                <p14:cNvPr id="1040" name="Ink 1039">
                  <a:extLst>
                    <a:ext uri="{FF2B5EF4-FFF2-40B4-BE49-F238E27FC236}">
                      <a16:creationId xmlns:a16="http://schemas.microsoft.com/office/drawing/2014/main" id="{28EFFA3A-D1DF-B432-5525-D2629BAA5262}"/>
                    </a:ext>
                  </a:extLst>
                </p14:cNvPr>
                <p14:cNvContentPartPr/>
                <p14:nvPr/>
              </p14:nvContentPartPr>
              <p14:xfrm>
                <a:off x="1606395" y="1213545"/>
                <a:ext cx="49320" cy="60480"/>
              </p14:xfrm>
            </p:contentPart>
          </mc:Choice>
          <mc:Fallback xmlns="">
            <p:pic>
              <p:nvPicPr>
                <p:cNvPr id="1040" name="Ink 1039">
                  <a:extLst>
                    <a:ext uri="{FF2B5EF4-FFF2-40B4-BE49-F238E27FC236}">
                      <a16:creationId xmlns:a16="http://schemas.microsoft.com/office/drawing/2014/main" id="{28EFFA3A-D1DF-B432-5525-D2629BAA5262}"/>
                    </a:ext>
                  </a:extLst>
                </p:cNvPr>
                <p:cNvPicPr/>
                <p:nvPr/>
              </p:nvPicPr>
              <p:blipFill>
                <a:blip r:embed="rId837"/>
                <a:stretch>
                  <a:fillRect/>
                </a:stretch>
              </p:blipFill>
              <p:spPr>
                <a:xfrm>
                  <a:off x="1597460" y="1204545"/>
                  <a:ext cx="66832" cy="78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41" name="TextBox 1040">
            <a:extLst>
              <a:ext uri="{FF2B5EF4-FFF2-40B4-BE49-F238E27FC236}">
                <a16:creationId xmlns:a16="http://schemas.microsoft.com/office/drawing/2014/main" id="{D943CD5F-24CC-1025-D49B-848253E2A38F}"/>
              </a:ext>
            </a:extLst>
          </p:cNvPr>
          <p:cNvSpPr txBox="1"/>
          <p:nvPr/>
        </p:nvSpPr>
        <p:spPr>
          <a:xfrm>
            <a:off x="6295275" y="322833"/>
            <a:ext cx="1414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Recyclers</a:t>
            </a:r>
            <a:endParaRPr lang="en-US" sz="1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06946AA2-4831-87A6-610F-441F0BC58E25}"/>
              </a:ext>
            </a:extLst>
          </p:cNvPr>
          <p:cNvGrpSpPr/>
          <p:nvPr/>
        </p:nvGrpSpPr>
        <p:grpSpPr>
          <a:xfrm>
            <a:off x="8259954" y="378913"/>
            <a:ext cx="1285920" cy="682920"/>
            <a:chOff x="8259954" y="378913"/>
            <a:chExt cx="1285920" cy="68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8">
              <p14:nvContentPartPr>
                <p14:cNvPr id="1043" name="Ink 1042">
                  <a:extLst>
                    <a:ext uri="{FF2B5EF4-FFF2-40B4-BE49-F238E27FC236}">
                      <a16:creationId xmlns:a16="http://schemas.microsoft.com/office/drawing/2014/main" id="{4A86C1E8-44BD-8EB9-0CCF-B2720214EE32}"/>
                    </a:ext>
                  </a:extLst>
                </p14:cNvPr>
                <p14:cNvContentPartPr/>
                <p14:nvPr/>
              </p14:nvContentPartPr>
              <p14:xfrm>
                <a:off x="8259954" y="806953"/>
                <a:ext cx="71640" cy="74520"/>
              </p14:xfrm>
            </p:contentPart>
          </mc:Choice>
          <mc:Fallback xmlns="">
            <p:pic>
              <p:nvPicPr>
                <p:cNvPr id="1043" name="Ink 1042">
                  <a:extLst>
                    <a:ext uri="{FF2B5EF4-FFF2-40B4-BE49-F238E27FC236}">
                      <a16:creationId xmlns:a16="http://schemas.microsoft.com/office/drawing/2014/main" id="{4A86C1E8-44BD-8EB9-0CCF-B2720214EE32}"/>
                    </a:ext>
                  </a:extLst>
                </p:cNvPr>
                <p:cNvPicPr/>
                <p:nvPr/>
              </p:nvPicPr>
              <p:blipFill>
                <a:blip r:embed="rId839"/>
                <a:stretch>
                  <a:fillRect/>
                </a:stretch>
              </p:blipFill>
              <p:spPr>
                <a:xfrm>
                  <a:off x="8250954" y="797909"/>
                  <a:ext cx="89280" cy="922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0">
              <p14:nvContentPartPr>
                <p14:cNvPr id="1044" name="Ink 1043">
                  <a:extLst>
                    <a:ext uri="{FF2B5EF4-FFF2-40B4-BE49-F238E27FC236}">
                      <a16:creationId xmlns:a16="http://schemas.microsoft.com/office/drawing/2014/main" id="{3486C93F-B944-4AFA-D430-B637AAB546E6}"/>
                    </a:ext>
                  </a:extLst>
                </p14:cNvPr>
                <p14:cNvContentPartPr/>
                <p14:nvPr/>
              </p14:nvContentPartPr>
              <p14:xfrm>
                <a:off x="8401794" y="611833"/>
                <a:ext cx="87480" cy="91440"/>
              </p14:xfrm>
            </p:contentPart>
          </mc:Choice>
          <mc:Fallback xmlns="">
            <p:pic>
              <p:nvPicPr>
                <p:cNvPr id="1044" name="Ink 1043">
                  <a:extLst>
                    <a:ext uri="{FF2B5EF4-FFF2-40B4-BE49-F238E27FC236}">
                      <a16:creationId xmlns:a16="http://schemas.microsoft.com/office/drawing/2014/main" id="{3486C93F-B944-4AFA-D430-B637AAB546E6}"/>
                    </a:ext>
                  </a:extLst>
                </p:cNvPr>
                <p:cNvPicPr/>
                <p:nvPr/>
              </p:nvPicPr>
              <p:blipFill>
                <a:blip r:embed="rId841"/>
                <a:stretch>
                  <a:fillRect/>
                </a:stretch>
              </p:blipFill>
              <p:spPr>
                <a:xfrm>
                  <a:off x="8392794" y="602868"/>
                  <a:ext cx="105120" cy="1090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2">
              <p14:nvContentPartPr>
                <p14:cNvPr id="1045" name="Ink 1044">
                  <a:extLst>
                    <a:ext uri="{FF2B5EF4-FFF2-40B4-BE49-F238E27FC236}">
                      <a16:creationId xmlns:a16="http://schemas.microsoft.com/office/drawing/2014/main" id="{B25296C3-568B-5B92-3AE6-C699D50B3E80}"/>
                    </a:ext>
                  </a:extLst>
                </p14:cNvPr>
                <p14:cNvContentPartPr/>
                <p14:nvPr/>
              </p14:nvContentPartPr>
              <p14:xfrm>
                <a:off x="8554434" y="464233"/>
                <a:ext cx="102600" cy="70560"/>
              </p14:xfrm>
            </p:contentPart>
          </mc:Choice>
          <mc:Fallback xmlns="">
            <p:pic>
              <p:nvPicPr>
                <p:cNvPr id="1045" name="Ink 1044">
                  <a:extLst>
                    <a:ext uri="{FF2B5EF4-FFF2-40B4-BE49-F238E27FC236}">
                      <a16:creationId xmlns:a16="http://schemas.microsoft.com/office/drawing/2014/main" id="{B25296C3-568B-5B92-3AE6-C699D50B3E80}"/>
                    </a:ext>
                  </a:extLst>
                </p:cNvPr>
                <p:cNvPicPr/>
                <p:nvPr/>
              </p:nvPicPr>
              <p:blipFill>
                <a:blip r:embed="rId843"/>
                <a:stretch>
                  <a:fillRect/>
                </a:stretch>
              </p:blipFill>
              <p:spPr>
                <a:xfrm>
                  <a:off x="8545402" y="455279"/>
                  <a:ext cx="120302" cy="881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4">
              <p14:nvContentPartPr>
                <p14:cNvPr id="1046" name="Ink 1045">
                  <a:extLst>
                    <a:ext uri="{FF2B5EF4-FFF2-40B4-BE49-F238E27FC236}">
                      <a16:creationId xmlns:a16="http://schemas.microsoft.com/office/drawing/2014/main" id="{C0E9708C-958C-EB21-9539-4E002D8E411B}"/>
                    </a:ext>
                  </a:extLst>
                </p14:cNvPr>
                <p14:cNvContentPartPr/>
                <p14:nvPr/>
              </p14:nvContentPartPr>
              <p14:xfrm>
                <a:off x="8797434" y="414553"/>
                <a:ext cx="132120" cy="4320"/>
              </p14:xfrm>
            </p:contentPart>
          </mc:Choice>
          <mc:Fallback xmlns="">
            <p:pic>
              <p:nvPicPr>
                <p:cNvPr id="1046" name="Ink 1045">
                  <a:extLst>
                    <a:ext uri="{FF2B5EF4-FFF2-40B4-BE49-F238E27FC236}">
                      <a16:creationId xmlns:a16="http://schemas.microsoft.com/office/drawing/2014/main" id="{C0E9708C-958C-EB21-9539-4E002D8E411B}"/>
                    </a:ext>
                  </a:extLst>
                </p:cNvPr>
                <p:cNvPicPr/>
                <p:nvPr/>
              </p:nvPicPr>
              <p:blipFill>
                <a:blip r:embed="rId845"/>
                <a:stretch>
                  <a:fillRect/>
                </a:stretch>
              </p:blipFill>
              <p:spPr>
                <a:xfrm>
                  <a:off x="8788434" y="405553"/>
                  <a:ext cx="1497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6">
              <p14:nvContentPartPr>
                <p14:cNvPr id="1047" name="Ink 1046">
                  <a:extLst>
                    <a:ext uri="{FF2B5EF4-FFF2-40B4-BE49-F238E27FC236}">
                      <a16:creationId xmlns:a16="http://schemas.microsoft.com/office/drawing/2014/main" id="{C104DD11-7DCC-6765-04C9-ACD85C202E09}"/>
                    </a:ext>
                  </a:extLst>
                </p14:cNvPr>
                <p14:cNvContentPartPr/>
                <p14:nvPr/>
              </p14:nvContentPartPr>
              <p14:xfrm>
                <a:off x="9051234" y="378913"/>
                <a:ext cx="153720" cy="19080"/>
              </p14:xfrm>
            </p:contentPart>
          </mc:Choice>
          <mc:Fallback xmlns="">
            <p:pic>
              <p:nvPicPr>
                <p:cNvPr id="1047" name="Ink 1046">
                  <a:extLst>
                    <a:ext uri="{FF2B5EF4-FFF2-40B4-BE49-F238E27FC236}">
                      <a16:creationId xmlns:a16="http://schemas.microsoft.com/office/drawing/2014/main" id="{C104DD11-7DCC-6765-04C9-ACD85C202E09}"/>
                    </a:ext>
                  </a:extLst>
                </p:cNvPr>
                <p:cNvPicPr/>
                <p:nvPr/>
              </p:nvPicPr>
              <p:blipFill>
                <a:blip r:embed="rId847"/>
                <a:stretch>
                  <a:fillRect/>
                </a:stretch>
              </p:blipFill>
              <p:spPr>
                <a:xfrm>
                  <a:off x="9042234" y="370080"/>
                  <a:ext cx="171360" cy="363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8">
              <p14:nvContentPartPr>
                <p14:cNvPr id="1048" name="Ink 1047">
                  <a:extLst>
                    <a:ext uri="{FF2B5EF4-FFF2-40B4-BE49-F238E27FC236}">
                      <a16:creationId xmlns:a16="http://schemas.microsoft.com/office/drawing/2014/main" id="{74F35661-CB47-672D-5F28-FAFA3F4A8B87}"/>
                    </a:ext>
                  </a:extLst>
                </p14:cNvPr>
                <p14:cNvContentPartPr/>
                <p14:nvPr/>
              </p14:nvContentPartPr>
              <p14:xfrm>
                <a:off x="9275154" y="445153"/>
                <a:ext cx="91440" cy="131760"/>
              </p14:xfrm>
            </p:contentPart>
          </mc:Choice>
          <mc:Fallback xmlns="">
            <p:pic>
              <p:nvPicPr>
                <p:cNvPr id="1048" name="Ink 1047">
                  <a:extLst>
                    <a:ext uri="{FF2B5EF4-FFF2-40B4-BE49-F238E27FC236}">
                      <a16:creationId xmlns:a16="http://schemas.microsoft.com/office/drawing/2014/main" id="{74F35661-CB47-672D-5F28-FAFA3F4A8B87}"/>
                    </a:ext>
                  </a:extLst>
                </p:cNvPr>
                <p:cNvPicPr/>
                <p:nvPr/>
              </p:nvPicPr>
              <p:blipFill>
                <a:blip r:embed="rId849"/>
                <a:stretch>
                  <a:fillRect/>
                </a:stretch>
              </p:blipFill>
              <p:spPr>
                <a:xfrm>
                  <a:off x="9266189" y="436153"/>
                  <a:ext cx="109011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0">
              <p14:nvContentPartPr>
                <p14:cNvPr id="1049" name="Ink 1048">
                  <a:extLst>
                    <a:ext uri="{FF2B5EF4-FFF2-40B4-BE49-F238E27FC236}">
                      <a16:creationId xmlns:a16="http://schemas.microsoft.com/office/drawing/2014/main" id="{FBE2835A-F3B5-EB48-BFCC-E262FEA800E4}"/>
                    </a:ext>
                  </a:extLst>
                </p14:cNvPr>
                <p14:cNvContentPartPr/>
                <p14:nvPr/>
              </p14:nvContentPartPr>
              <p14:xfrm>
                <a:off x="9402954" y="676273"/>
                <a:ext cx="12240" cy="109440"/>
              </p14:xfrm>
            </p:contentPart>
          </mc:Choice>
          <mc:Fallback xmlns="">
            <p:pic>
              <p:nvPicPr>
                <p:cNvPr id="1049" name="Ink 1048">
                  <a:extLst>
                    <a:ext uri="{FF2B5EF4-FFF2-40B4-BE49-F238E27FC236}">
                      <a16:creationId xmlns:a16="http://schemas.microsoft.com/office/drawing/2014/main" id="{FBE2835A-F3B5-EB48-BFCC-E262FEA800E4}"/>
                    </a:ext>
                  </a:extLst>
                </p:cNvPr>
                <p:cNvPicPr/>
                <p:nvPr/>
              </p:nvPicPr>
              <p:blipFill>
                <a:blip r:embed="rId851"/>
                <a:stretch>
                  <a:fillRect/>
                </a:stretch>
              </p:blipFill>
              <p:spPr>
                <a:xfrm>
                  <a:off x="9394211" y="667273"/>
                  <a:ext cx="29376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2">
              <p14:nvContentPartPr>
                <p14:cNvPr id="1050" name="Ink 1049">
                  <a:extLst>
                    <a:ext uri="{FF2B5EF4-FFF2-40B4-BE49-F238E27FC236}">
                      <a16:creationId xmlns:a16="http://schemas.microsoft.com/office/drawing/2014/main" id="{FFE78E73-1941-F744-7C95-8EDFE3883981}"/>
                    </a:ext>
                  </a:extLst>
                </p14:cNvPr>
                <p14:cNvContentPartPr/>
                <p14:nvPr/>
              </p14:nvContentPartPr>
              <p14:xfrm>
                <a:off x="9420954" y="872473"/>
                <a:ext cx="48960" cy="100800"/>
              </p14:xfrm>
            </p:contentPart>
          </mc:Choice>
          <mc:Fallback xmlns="">
            <p:pic>
              <p:nvPicPr>
                <p:cNvPr id="1050" name="Ink 1049">
                  <a:extLst>
                    <a:ext uri="{FF2B5EF4-FFF2-40B4-BE49-F238E27FC236}">
                      <a16:creationId xmlns:a16="http://schemas.microsoft.com/office/drawing/2014/main" id="{FFE78E73-1941-F744-7C95-8EDFE3883981}"/>
                    </a:ext>
                  </a:extLst>
                </p:cNvPr>
                <p:cNvPicPr/>
                <p:nvPr/>
              </p:nvPicPr>
              <p:blipFill>
                <a:blip r:embed="rId853"/>
                <a:stretch>
                  <a:fillRect/>
                </a:stretch>
              </p:blipFill>
              <p:spPr>
                <a:xfrm>
                  <a:off x="9411954" y="863473"/>
                  <a:ext cx="666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4">
              <p14:nvContentPartPr>
                <p14:cNvPr id="1051" name="Ink 1050">
                  <a:extLst>
                    <a:ext uri="{FF2B5EF4-FFF2-40B4-BE49-F238E27FC236}">
                      <a16:creationId xmlns:a16="http://schemas.microsoft.com/office/drawing/2014/main" id="{6FAF554E-5C67-7525-ECD1-8A3AE65E4C43}"/>
                    </a:ext>
                  </a:extLst>
                </p14:cNvPr>
                <p14:cNvContentPartPr/>
                <p14:nvPr/>
              </p14:nvContentPartPr>
              <p14:xfrm>
                <a:off x="9477114" y="1018273"/>
                <a:ext cx="68760" cy="43560"/>
              </p14:xfrm>
            </p:contentPart>
          </mc:Choice>
          <mc:Fallback xmlns="">
            <p:pic>
              <p:nvPicPr>
                <p:cNvPr id="1051" name="Ink 1050">
                  <a:extLst>
                    <a:ext uri="{FF2B5EF4-FFF2-40B4-BE49-F238E27FC236}">
                      <a16:creationId xmlns:a16="http://schemas.microsoft.com/office/drawing/2014/main" id="{6FAF554E-5C67-7525-ECD1-8A3AE65E4C43}"/>
                    </a:ext>
                  </a:extLst>
                </p:cNvPr>
                <p:cNvPicPr/>
                <p:nvPr/>
              </p:nvPicPr>
              <p:blipFill>
                <a:blip r:embed="rId855"/>
                <a:stretch>
                  <a:fillRect/>
                </a:stretch>
              </p:blipFill>
              <p:spPr>
                <a:xfrm>
                  <a:off x="9468114" y="1009273"/>
                  <a:ext cx="8640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6CD149E7-BCEF-BA79-8BFF-E5921E766935}"/>
              </a:ext>
            </a:extLst>
          </p:cNvPr>
          <p:cNvGrpSpPr/>
          <p:nvPr/>
        </p:nvGrpSpPr>
        <p:grpSpPr>
          <a:xfrm>
            <a:off x="10688835" y="4842345"/>
            <a:ext cx="1486440" cy="624960"/>
            <a:chOff x="10688835" y="4842345"/>
            <a:chExt cx="1486440" cy="62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6">
              <p14:nvContentPartPr>
                <p14:cNvPr id="1053" name="Ink 1052">
                  <a:extLst>
                    <a:ext uri="{FF2B5EF4-FFF2-40B4-BE49-F238E27FC236}">
                      <a16:creationId xmlns:a16="http://schemas.microsoft.com/office/drawing/2014/main" id="{16D2594B-095F-B9D6-2F92-45654E6E94E7}"/>
                    </a:ext>
                  </a:extLst>
                </p14:cNvPr>
                <p14:cNvContentPartPr/>
                <p14:nvPr/>
              </p14:nvContentPartPr>
              <p14:xfrm>
                <a:off x="10688835" y="4882665"/>
                <a:ext cx="50400" cy="73080"/>
              </p14:xfrm>
            </p:contentPart>
          </mc:Choice>
          <mc:Fallback xmlns="">
            <p:pic>
              <p:nvPicPr>
                <p:cNvPr id="1053" name="Ink 1052">
                  <a:extLst>
                    <a:ext uri="{FF2B5EF4-FFF2-40B4-BE49-F238E27FC236}">
                      <a16:creationId xmlns:a16="http://schemas.microsoft.com/office/drawing/2014/main" id="{16D2594B-095F-B9D6-2F92-45654E6E94E7}"/>
                    </a:ext>
                  </a:extLst>
                </p:cNvPr>
                <p:cNvPicPr/>
                <p:nvPr/>
              </p:nvPicPr>
              <p:blipFill>
                <a:blip r:embed="rId857"/>
                <a:stretch>
                  <a:fillRect/>
                </a:stretch>
              </p:blipFill>
              <p:spPr>
                <a:xfrm>
                  <a:off x="10679770" y="4873665"/>
                  <a:ext cx="68167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8">
              <p14:nvContentPartPr>
                <p14:cNvPr id="1054" name="Ink 1053">
                  <a:extLst>
                    <a:ext uri="{FF2B5EF4-FFF2-40B4-BE49-F238E27FC236}">
                      <a16:creationId xmlns:a16="http://schemas.microsoft.com/office/drawing/2014/main" id="{FDCAF64C-FEB2-F1EF-9BA5-A0ECC8341077}"/>
                    </a:ext>
                  </a:extLst>
                </p14:cNvPr>
                <p14:cNvContentPartPr/>
                <p14:nvPr/>
              </p14:nvContentPartPr>
              <p14:xfrm>
                <a:off x="10815195" y="5010825"/>
                <a:ext cx="109440" cy="78120"/>
              </p14:xfrm>
            </p:contentPart>
          </mc:Choice>
          <mc:Fallback xmlns="">
            <p:pic>
              <p:nvPicPr>
                <p:cNvPr id="1054" name="Ink 1053">
                  <a:extLst>
                    <a:ext uri="{FF2B5EF4-FFF2-40B4-BE49-F238E27FC236}">
                      <a16:creationId xmlns:a16="http://schemas.microsoft.com/office/drawing/2014/main" id="{FDCAF64C-FEB2-F1EF-9BA5-A0ECC8341077}"/>
                    </a:ext>
                  </a:extLst>
                </p:cNvPr>
                <p:cNvPicPr/>
                <p:nvPr/>
              </p:nvPicPr>
              <p:blipFill>
                <a:blip r:embed="rId859"/>
                <a:stretch>
                  <a:fillRect/>
                </a:stretch>
              </p:blipFill>
              <p:spPr>
                <a:xfrm>
                  <a:off x="10806195" y="5001825"/>
                  <a:ext cx="1270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0">
              <p14:nvContentPartPr>
                <p14:cNvPr id="1055" name="Ink 1054">
                  <a:extLst>
                    <a:ext uri="{FF2B5EF4-FFF2-40B4-BE49-F238E27FC236}">
                      <a16:creationId xmlns:a16="http://schemas.microsoft.com/office/drawing/2014/main" id="{E01553B2-74A5-767C-7160-9287E4F0D2F0}"/>
                    </a:ext>
                  </a:extLst>
                </p14:cNvPr>
                <p14:cNvContentPartPr/>
                <p14:nvPr/>
              </p14:nvContentPartPr>
              <p14:xfrm>
                <a:off x="10959555" y="5207745"/>
                <a:ext cx="67680" cy="76680"/>
              </p14:xfrm>
            </p:contentPart>
          </mc:Choice>
          <mc:Fallback xmlns="">
            <p:pic>
              <p:nvPicPr>
                <p:cNvPr id="1055" name="Ink 1054">
                  <a:extLst>
                    <a:ext uri="{FF2B5EF4-FFF2-40B4-BE49-F238E27FC236}">
                      <a16:creationId xmlns:a16="http://schemas.microsoft.com/office/drawing/2014/main" id="{E01553B2-74A5-767C-7160-9287E4F0D2F0}"/>
                    </a:ext>
                  </a:extLst>
                </p:cNvPr>
                <p:cNvPicPr/>
                <p:nvPr/>
              </p:nvPicPr>
              <p:blipFill>
                <a:blip r:embed="rId861"/>
                <a:stretch>
                  <a:fillRect/>
                </a:stretch>
              </p:blipFill>
              <p:spPr>
                <a:xfrm>
                  <a:off x="10950555" y="5198745"/>
                  <a:ext cx="853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2">
              <p14:nvContentPartPr>
                <p14:cNvPr id="1056" name="Ink 1055">
                  <a:extLst>
                    <a:ext uri="{FF2B5EF4-FFF2-40B4-BE49-F238E27FC236}">
                      <a16:creationId xmlns:a16="http://schemas.microsoft.com/office/drawing/2014/main" id="{CC4067BC-C188-1988-0B37-E06D226195FB}"/>
                    </a:ext>
                  </a:extLst>
                </p14:cNvPr>
                <p14:cNvContentPartPr/>
                <p14:nvPr/>
              </p14:nvContentPartPr>
              <p14:xfrm>
                <a:off x="11101395" y="5384865"/>
                <a:ext cx="145080" cy="52920"/>
              </p14:xfrm>
            </p:contentPart>
          </mc:Choice>
          <mc:Fallback xmlns="">
            <p:pic>
              <p:nvPicPr>
                <p:cNvPr id="1056" name="Ink 1055">
                  <a:extLst>
                    <a:ext uri="{FF2B5EF4-FFF2-40B4-BE49-F238E27FC236}">
                      <a16:creationId xmlns:a16="http://schemas.microsoft.com/office/drawing/2014/main" id="{CC4067BC-C188-1988-0B37-E06D226195FB}"/>
                    </a:ext>
                  </a:extLst>
                </p:cNvPr>
                <p:cNvPicPr/>
                <p:nvPr/>
              </p:nvPicPr>
              <p:blipFill>
                <a:blip r:embed="rId863"/>
                <a:stretch>
                  <a:fillRect/>
                </a:stretch>
              </p:blipFill>
              <p:spPr>
                <a:xfrm>
                  <a:off x="11092395" y="5375865"/>
                  <a:ext cx="1627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4">
              <p14:nvContentPartPr>
                <p14:cNvPr id="1057" name="Ink 1056">
                  <a:extLst>
                    <a:ext uri="{FF2B5EF4-FFF2-40B4-BE49-F238E27FC236}">
                      <a16:creationId xmlns:a16="http://schemas.microsoft.com/office/drawing/2014/main" id="{751ACDD8-D972-82EA-48E7-18C2E11D6F04}"/>
                    </a:ext>
                  </a:extLst>
                </p14:cNvPr>
                <p14:cNvContentPartPr/>
                <p14:nvPr/>
              </p14:nvContentPartPr>
              <p14:xfrm>
                <a:off x="11349435" y="5406825"/>
                <a:ext cx="144360" cy="26640"/>
              </p14:xfrm>
            </p:contentPart>
          </mc:Choice>
          <mc:Fallback xmlns="">
            <p:pic>
              <p:nvPicPr>
                <p:cNvPr id="1057" name="Ink 1056">
                  <a:extLst>
                    <a:ext uri="{FF2B5EF4-FFF2-40B4-BE49-F238E27FC236}">
                      <a16:creationId xmlns:a16="http://schemas.microsoft.com/office/drawing/2014/main" id="{751ACDD8-D972-82EA-48E7-18C2E11D6F04}"/>
                    </a:ext>
                  </a:extLst>
                </p:cNvPr>
                <p:cNvPicPr/>
                <p:nvPr/>
              </p:nvPicPr>
              <p:blipFill>
                <a:blip r:embed="rId865"/>
                <a:stretch>
                  <a:fillRect/>
                </a:stretch>
              </p:blipFill>
              <p:spPr>
                <a:xfrm>
                  <a:off x="11340435" y="5397702"/>
                  <a:ext cx="162000" cy="445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6">
              <p14:nvContentPartPr>
                <p14:cNvPr id="1058" name="Ink 1057">
                  <a:extLst>
                    <a:ext uri="{FF2B5EF4-FFF2-40B4-BE49-F238E27FC236}">
                      <a16:creationId xmlns:a16="http://schemas.microsoft.com/office/drawing/2014/main" id="{9AD2CC30-4EC8-A7A4-F3AA-26D9687C22FB}"/>
                    </a:ext>
                  </a:extLst>
                </p14:cNvPr>
                <p14:cNvContentPartPr/>
                <p14:nvPr/>
              </p14:nvContentPartPr>
              <p14:xfrm>
                <a:off x="11626995" y="5433825"/>
                <a:ext cx="109440" cy="9720"/>
              </p14:xfrm>
            </p:contentPart>
          </mc:Choice>
          <mc:Fallback xmlns="">
            <p:pic>
              <p:nvPicPr>
                <p:cNvPr id="1058" name="Ink 1057">
                  <a:extLst>
                    <a:ext uri="{FF2B5EF4-FFF2-40B4-BE49-F238E27FC236}">
                      <a16:creationId xmlns:a16="http://schemas.microsoft.com/office/drawing/2014/main" id="{9AD2CC30-4EC8-A7A4-F3AA-26D9687C22FB}"/>
                    </a:ext>
                  </a:extLst>
                </p:cNvPr>
                <p:cNvPicPr/>
                <p:nvPr/>
              </p:nvPicPr>
              <p:blipFill>
                <a:blip r:embed="rId867"/>
                <a:stretch>
                  <a:fillRect/>
                </a:stretch>
              </p:blipFill>
              <p:spPr>
                <a:xfrm>
                  <a:off x="11618025" y="5424825"/>
                  <a:ext cx="127022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8">
              <p14:nvContentPartPr>
                <p14:cNvPr id="1059" name="Ink 1058">
                  <a:extLst>
                    <a:ext uri="{FF2B5EF4-FFF2-40B4-BE49-F238E27FC236}">
                      <a16:creationId xmlns:a16="http://schemas.microsoft.com/office/drawing/2014/main" id="{F1FB495C-1714-7063-E8CB-90200866F783}"/>
                    </a:ext>
                  </a:extLst>
                </p14:cNvPr>
                <p14:cNvContentPartPr/>
                <p14:nvPr/>
              </p14:nvContentPartPr>
              <p14:xfrm>
                <a:off x="11841915" y="5444985"/>
                <a:ext cx="160200" cy="22320"/>
              </p14:xfrm>
            </p:contentPart>
          </mc:Choice>
          <mc:Fallback xmlns="">
            <p:pic>
              <p:nvPicPr>
                <p:cNvPr id="1059" name="Ink 1058">
                  <a:extLst>
                    <a:ext uri="{FF2B5EF4-FFF2-40B4-BE49-F238E27FC236}">
                      <a16:creationId xmlns:a16="http://schemas.microsoft.com/office/drawing/2014/main" id="{F1FB495C-1714-7063-E8CB-90200866F783}"/>
                    </a:ext>
                  </a:extLst>
                </p:cNvPr>
                <p:cNvPicPr/>
                <p:nvPr/>
              </p:nvPicPr>
              <p:blipFill>
                <a:blip r:embed="rId869"/>
                <a:stretch>
                  <a:fillRect/>
                </a:stretch>
              </p:blipFill>
              <p:spPr>
                <a:xfrm>
                  <a:off x="11832915" y="5435985"/>
                  <a:ext cx="1778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0">
              <p14:nvContentPartPr>
                <p14:cNvPr id="1060" name="Ink 1059">
                  <a:extLst>
                    <a:ext uri="{FF2B5EF4-FFF2-40B4-BE49-F238E27FC236}">
                      <a16:creationId xmlns:a16="http://schemas.microsoft.com/office/drawing/2014/main" id="{4993EDEE-BDF2-E5D0-9028-8DDF11B0CBFF}"/>
                    </a:ext>
                  </a:extLst>
                </p14:cNvPr>
                <p14:cNvContentPartPr/>
                <p14:nvPr/>
              </p14:nvContentPartPr>
              <p14:xfrm>
                <a:off x="12081315" y="5309625"/>
                <a:ext cx="64440" cy="111960"/>
              </p14:xfrm>
            </p:contentPart>
          </mc:Choice>
          <mc:Fallback xmlns="">
            <p:pic>
              <p:nvPicPr>
                <p:cNvPr id="1060" name="Ink 1059">
                  <a:extLst>
                    <a:ext uri="{FF2B5EF4-FFF2-40B4-BE49-F238E27FC236}">
                      <a16:creationId xmlns:a16="http://schemas.microsoft.com/office/drawing/2014/main" id="{4993EDEE-BDF2-E5D0-9028-8DDF11B0CBFF}"/>
                    </a:ext>
                  </a:extLst>
                </p:cNvPr>
                <p:cNvPicPr/>
                <p:nvPr/>
              </p:nvPicPr>
              <p:blipFill>
                <a:blip r:embed="rId871"/>
                <a:stretch>
                  <a:fillRect/>
                </a:stretch>
              </p:blipFill>
              <p:spPr>
                <a:xfrm>
                  <a:off x="12072315" y="5300654"/>
                  <a:ext cx="82080" cy="1295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2">
              <p14:nvContentPartPr>
                <p14:cNvPr id="1061" name="Ink 1060">
                  <a:extLst>
                    <a:ext uri="{FF2B5EF4-FFF2-40B4-BE49-F238E27FC236}">
                      <a16:creationId xmlns:a16="http://schemas.microsoft.com/office/drawing/2014/main" id="{34A1B819-069D-981A-037F-050B4EEFF06A}"/>
                    </a:ext>
                  </a:extLst>
                </p14:cNvPr>
                <p14:cNvContentPartPr/>
                <p14:nvPr/>
              </p14:nvContentPartPr>
              <p14:xfrm>
                <a:off x="12170595" y="5057985"/>
                <a:ext cx="4680" cy="140760"/>
              </p14:xfrm>
            </p:contentPart>
          </mc:Choice>
          <mc:Fallback xmlns="">
            <p:pic>
              <p:nvPicPr>
                <p:cNvPr id="1061" name="Ink 1060">
                  <a:extLst>
                    <a:ext uri="{FF2B5EF4-FFF2-40B4-BE49-F238E27FC236}">
                      <a16:creationId xmlns:a16="http://schemas.microsoft.com/office/drawing/2014/main" id="{34A1B819-069D-981A-037F-050B4EEFF06A}"/>
                    </a:ext>
                  </a:extLst>
                </p:cNvPr>
                <p:cNvPicPr/>
                <p:nvPr/>
              </p:nvPicPr>
              <p:blipFill>
                <a:blip r:embed="rId873"/>
                <a:stretch>
                  <a:fillRect/>
                </a:stretch>
              </p:blipFill>
              <p:spPr>
                <a:xfrm>
                  <a:off x="12161595" y="5048985"/>
                  <a:ext cx="223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4">
              <p14:nvContentPartPr>
                <p14:cNvPr id="1062" name="Ink 1061">
                  <a:extLst>
                    <a:ext uri="{FF2B5EF4-FFF2-40B4-BE49-F238E27FC236}">
                      <a16:creationId xmlns:a16="http://schemas.microsoft.com/office/drawing/2014/main" id="{0CFA717B-3E79-A56B-99B4-B7C294B8A15A}"/>
                    </a:ext>
                  </a:extLst>
                </p14:cNvPr>
                <p14:cNvContentPartPr/>
                <p14:nvPr/>
              </p14:nvContentPartPr>
              <p14:xfrm>
                <a:off x="12111195" y="4842345"/>
                <a:ext cx="42840" cy="130680"/>
              </p14:xfrm>
            </p:contentPart>
          </mc:Choice>
          <mc:Fallback xmlns="">
            <p:pic>
              <p:nvPicPr>
                <p:cNvPr id="1062" name="Ink 1061">
                  <a:extLst>
                    <a:ext uri="{FF2B5EF4-FFF2-40B4-BE49-F238E27FC236}">
                      <a16:creationId xmlns:a16="http://schemas.microsoft.com/office/drawing/2014/main" id="{0CFA717B-3E79-A56B-99B4-B7C294B8A15A}"/>
                    </a:ext>
                  </a:extLst>
                </p:cNvPr>
                <p:cNvPicPr/>
                <p:nvPr/>
              </p:nvPicPr>
              <p:blipFill>
                <a:blip r:embed="rId875"/>
                <a:stretch>
                  <a:fillRect/>
                </a:stretch>
              </p:blipFill>
              <p:spPr>
                <a:xfrm>
                  <a:off x="12102119" y="4833345"/>
                  <a:ext cx="60629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50EB163A-0F8B-E6F4-09A1-696D5BBC3DD6}"/>
              </a:ext>
            </a:extLst>
          </p:cNvPr>
          <p:cNvGrpSpPr/>
          <p:nvPr/>
        </p:nvGrpSpPr>
        <p:grpSpPr>
          <a:xfrm>
            <a:off x="10485795" y="3212625"/>
            <a:ext cx="1658160" cy="1548000"/>
            <a:chOff x="10485795" y="3212625"/>
            <a:chExt cx="1658160" cy="154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6">
              <p14:nvContentPartPr>
                <p14:cNvPr id="1064" name="Ink 1063">
                  <a:extLst>
                    <a:ext uri="{FF2B5EF4-FFF2-40B4-BE49-F238E27FC236}">
                      <a16:creationId xmlns:a16="http://schemas.microsoft.com/office/drawing/2014/main" id="{8ADD5E72-56E2-484C-6F47-97B2A4D019B5}"/>
                    </a:ext>
                  </a:extLst>
                </p14:cNvPr>
                <p14:cNvContentPartPr/>
                <p14:nvPr/>
              </p14:nvContentPartPr>
              <p14:xfrm>
                <a:off x="11333955" y="3298665"/>
                <a:ext cx="55440" cy="144360"/>
              </p14:xfrm>
            </p:contentPart>
          </mc:Choice>
          <mc:Fallback xmlns="">
            <p:pic>
              <p:nvPicPr>
                <p:cNvPr id="1064" name="Ink 1063">
                  <a:extLst>
                    <a:ext uri="{FF2B5EF4-FFF2-40B4-BE49-F238E27FC236}">
                      <a16:creationId xmlns:a16="http://schemas.microsoft.com/office/drawing/2014/main" id="{8ADD5E72-56E2-484C-6F47-97B2A4D019B5}"/>
                    </a:ext>
                  </a:extLst>
                </p:cNvPr>
                <p:cNvPicPr/>
                <p:nvPr/>
              </p:nvPicPr>
              <p:blipFill>
                <a:blip r:embed="rId877"/>
                <a:stretch>
                  <a:fillRect/>
                </a:stretch>
              </p:blipFill>
              <p:spPr>
                <a:xfrm>
                  <a:off x="11324955" y="3289665"/>
                  <a:ext cx="730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8">
              <p14:nvContentPartPr>
                <p14:cNvPr id="1065" name="Ink 1064">
                  <a:extLst>
                    <a:ext uri="{FF2B5EF4-FFF2-40B4-BE49-F238E27FC236}">
                      <a16:creationId xmlns:a16="http://schemas.microsoft.com/office/drawing/2014/main" id="{236174FC-C1EC-080D-0A8B-D97C9EEB7689}"/>
                    </a:ext>
                  </a:extLst>
                </p14:cNvPr>
                <p14:cNvContentPartPr/>
                <p14:nvPr/>
              </p14:nvContentPartPr>
              <p14:xfrm>
                <a:off x="11319555" y="3536625"/>
                <a:ext cx="7560" cy="119880"/>
              </p14:xfrm>
            </p:contentPart>
          </mc:Choice>
          <mc:Fallback xmlns="">
            <p:pic>
              <p:nvPicPr>
                <p:cNvPr id="1065" name="Ink 1064">
                  <a:extLst>
                    <a:ext uri="{FF2B5EF4-FFF2-40B4-BE49-F238E27FC236}">
                      <a16:creationId xmlns:a16="http://schemas.microsoft.com/office/drawing/2014/main" id="{236174FC-C1EC-080D-0A8B-D97C9EEB7689}"/>
                    </a:ext>
                  </a:extLst>
                </p:cNvPr>
                <p:cNvPicPr/>
                <p:nvPr/>
              </p:nvPicPr>
              <p:blipFill>
                <a:blip r:embed="rId879"/>
                <a:stretch>
                  <a:fillRect/>
                </a:stretch>
              </p:blipFill>
              <p:spPr>
                <a:xfrm>
                  <a:off x="11310555" y="3527598"/>
                  <a:ext cx="25200" cy="1375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0">
              <p14:nvContentPartPr>
                <p14:cNvPr id="1066" name="Ink 1065">
                  <a:extLst>
                    <a:ext uri="{FF2B5EF4-FFF2-40B4-BE49-F238E27FC236}">
                      <a16:creationId xmlns:a16="http://schemas.microsoft.com/office/drawing/2014/main" id="{C86335F6-D0BC-F9F5-D4A2-6397E59BF7ED}"/>
                    </a:ext>
                  </a:extLst>
                </p14:cNvPr>
                <p14:cNvContentPartPr/>
                <p14:nvPr/>
              </p14:nvContentPartPr>
              <p14:xfrm>
                <a:off x="11222355" y="3771345"/>
                <a:ext cx="37440" cy="131760"/>
              </p14:xfrm>
            </p:contentPart>
          </mc:Choice>
          <mc:Fallback xmlns="">
            <p:pic>
              <p:nvPicPr>
                <p:cNvPr id="1066" name="Ink 1065">
                  <a:extLst>
                    <a:ext uri="{FF2B5EF4-FFF2-40B4-BE49-F238E27FC236}">
                      <a16:creationId xmlns:a16="http://schemas.microsoft.com/office/drawing/2014/main" id="{C86335F6-D0BC-F9F5-D4A2-6397E59BF7ED}"/>
                    </a:ext>
                  </a:extLst>
                </p:cNvPr>
                <p:cNvPicPr/>
                <p:nvPr/>
              </p:nvPicPr>
              <p:blipFill>
                <a:blip r:embed="rId881"/>
                <a:stretch>
                  <a:fillRect/>
                </a:stretch>
              </p:blipFill>
              <p:spPr>
                <a:xfrm>
                  <a:off x="11213441" y="3762345"/>
                  <a:ext cx="54912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2">
              <p14:nvContentPartPr>
                <p14:cNvPr id="1067" name="Ink 1066">
                  <a:extLst>
                    <a:ext uri="{FF2B5EF4-FFF2-40B4-BE49-F238E27FC236}">
                      <a16:creationId xmlns:a16="http://schemas.microsoft.com/office/drawing/2014/main" id="{F66E247A-3684-39FE-DF06-1649CFD454C7}"/>
                    </a:ext>
                  </a:extLst>
                </p14:cNvPr>
                <p14:cNvContentPartPr/>
                <p14:nvPr/>
              </p14:nvContentPartPr>
              <p14:xfrm>
                <a:off x="11080875" y="3986265"/>
                <a:ext cx="86760" cy="75600"/>
              </p14:xfrm>
            </p:contentPart>
          </mc:Choice>
          <mc:Fallback xmlns="">
            <p:pic>
              <p:nvPicPr>
                <p:cNvPr id="1067" name="Ink 1066">
                  <a:extLst>
                    <a:ext uri="{FF2B5EF4-FFF2-40B4-BE49-F238E27FC236}">
                      <a16:creationId xmlns:a16="http://schemas.microsoft.com/office/drawing/2014/main" id="{F66E247A-3684-39FE-DF06-1649CFD454C7}"/>
                    </a:ext>
                  </a:extLst>
                </p:cNvPr>
                <p:cNvPicPr/>
                <p:nvPr/>
              </p:nvPicPr>
              <p:blipFill>
                <a:blip r:embed="rId883"/>
                <a:stretch>
                  <a:fillRect/>
                </a:stretch>
              </p:blipFill>
              <p:spPr>
                <a:xfrm>
                  <a:off x="11071837" y="3977308"/>
                  <a:ext cx="104474" cy="931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4">
              <p14:nvContentPartPr>
                <p14:cNvPr id="1068" name="Ink 1067">
                  <a:extLst>
                    <a:ext uri="{FF2B5EF4-FFF2-40B4-BE49-F238E27FC236}">
                      <a16:creationId xmlns:a16="http://schemas.microsoft.com/office/drawing/2014/main" id="{22D25FFE-3CA1-889A-7D78-0D435C358DF9}"/>
                    </a:ext>
                  </a:extLst>
                </p14:cNvPr>
                <p14:cNvContentPartPr/>
                <p14:nvPr/>
              </p14:nvContentPartPr>
              <p14:xfrm>
                <a:off x="10927515" y="4091385"/>
                <a:ext cx="113760" cy="26280"/>
              </p14:xfrm>
            </p:contentPart>
          </mc:Choice>
          <mc:Fallback xmlns="">
            <p:pic>
              <p:nvPicPr>
                <p:cNvPr id="1068" name="Ink 1067">
                  <a:extLst>
                    <a:ext uri="{FF2B5EF4-FFF2-40B4-BE49-F238E27FC236}">
                      <a16:creationId xmlns:a16="http://schemas.microsoft.com/office/drawing/2014/main" id="{22D25FFE-3CA1-889A-7D78-0D435C358DF9}"/>
                    </a:ext>
                  </a:extLst>
                </p:cNvPr>
                <p:cNvPicPr/>
                <p:nvPr/>
              </p:nvPicPr>
              <p:blipFill>
                <a:blip r:embed="rId885"/>
                <a:stretch>
                  <a:fillRect/>
                </a:stretch>
              </p:blipFill>
              <p:spPr>
                <a:xfrm>
                  <a:off x="10918515" y="4082385"/>
                  <a:ext cx="1314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6">
              <p14:nvContentPartPr>
                <p14:cNvPr id="1069" name="Ink 1068">
                  <a:extLst>
                    <a:ext uri="{FF2B5EF4-FFF2-40B4-BE49-F238E27FC236}">
                      <a16:creationId xmlns:a16="http://schemas.microsoft.com/office/drawing/2014/main" id="{A1ACEE5D-1E36-7F0E-B344-C893512A3735}"/>
                    </a:ext>
                  </a:extLst>
                </p14:cNvPr>
                <p14:cNvContentPartPr/>
                <p14:nvPr/>
              </p14:nvContentPartPr>
              <p14:xfrm>
                <a:off x="10733475" y="4140345"/>
                <a:ext cx="119160" cy="43560"/>
              </p14:xfrm>
            </p:contentPart>
          </mc:Choice>
          <mc:Fallback xmlns="">
            <p:pic>
              <p:nvPicPr>
                <p:cNvPr id="1069" name="Ink 1068">
                  <a:extLst>
                    <a:ext uri="{FF2B5EF4-FFF2-40B4-BE49-F238E27FC236}">
                      <a16:creationId xmlns:a16="http://schemas.microsoft.com/office/drawing/2014/main" id="{A1ACEE5D-1E36-7F0E-B344-C893512A3735}"/>
                    </a:ext>
                  </a:extLst>
                </p:cNvPr>
                <p:cNvPicPr/>
                <p:nvPr/>
              </p:nvPicPr>
              <p:blipFill>
                <a:blip r:embed="rId887"/>
                <a:stretch>
                  <a:fillRect/>
                </a:stretch>
              </p:blipFill>
              <p:spPr>
                <a:xfrm>
                  <a:off x="10724475" y="4131345"/>
                  <a:ext cx="1368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8">
              <p14:nvContentPartPr>
                <p14:cNvPr id="1070" name="Ink 1069">
                  <a:extLst>
                    <a:ext uri="{FF2B5EF4-FFF2-40B4-BE49-F238E27FC236}">
                      <a16:creationId xmlns:a16="http://schemas.microsoft.com/office/drawing/2014/main" id="{B01137A4-5512-72AA-58B1-9C2F5671050A}"/>
                    </a:ext>
                  </a:extLst>
                </p14:cNvPr>
                <p14:cNvContentPartPr/>
                <p14:nvPr/>
              </p14:nvContentPartPr>
              <p14:xfrm>
                <a:off x="10527915" y="4175985"/>
                <a:ext cx="101880" cy="47880"/>
              </p14:xfrm>
            </p:contentPart>
          </mc:Choice>
          <mc:Fallback xmlns="">
            <p:pic>
              <p:nvPicPr>
                <p:cNvPr id="1070" name="Ink 1069">
                  <a:extLst>
                    <a:ext uri="{FF2B5EF4-FFF2-40B4-BE49-F238E27FC236}">
                      <a16:creationId xmlns:a16="http://schemas.microsoft.com/office/drawing/2014/main" id="{B01137A4-5512-72AA-58B1-9C2F5671050A}"/>
                    </a:ext>
                  </a:extLst>
                </p:cNvPr>
                <p:cNvPicPr/>
                <p:nvPr/>
              </p:nvPicPr>
              <p:blipFill>
                <a:blip r:embed="rId889"/>
                <a:stretch>
                  <a:fillRect/>
                </a:stretch>
              </p:blipFill>
              <p:spPr>
                <a:xfrm>
                  <a:off x="10518915" y="4166985"/>
                  <a:ext cx="1195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0">
              <p14:nvContentPartPr>
                <p14:cNvPr id="1071" name="Ink 1070">
                  <a:extLst>
                    <a:ext uri="{FF2B5EF4-FFF2-40B4-BE49-F238E27FC236}">
                      <a16:creationId xmlns:a16="http://schemas.microsoft.com/office/drawing/2014/main" id="{DDB5B680-615E-D834-68C1-816FAE9098CC}"/>
                    </a:ext>
                  </a:extLst>
                </p14:cNvPr>
                <p14:cNvContentPartPr/>
                <p14:nvPr/>
              </p14:nvContentPartPr>
              <p14:xfrm>
                <a:off x="10492635" y="4276785"/>
                <a:ext cx="29880" cy="86760"/>
              </p14:xfrm>
            </p:contentPart>
          </mc:Choice>
          <mc:Fallback xmlns="">
            <p:pic>
              <p:nvPicPr>
                <p:cNvPr id="1071" name="Ink 1070">
                  <a:extLst>
                    <a:ext uri="{FF2B5EF4-FFF2-40B4-BE49-F238E27FC236}">
                      <a16:creationId xmlns:a16="http://schemas.microsoft.com/office/drawing/2014/main" id="{DDB5B680-615E-D834-68C1-816FAE9098CC}"/>
                    </a:ext>
                  </a:extLst>
                </p:cNvPr>
                <p:cNvPicPr/>
                <p:nvPr/>
              </p:nvPicPr>
              <p:blipFill>
                <a:blip r:embed="rId891"/>
                <a:stretch>
                  <a:fillRect/>
                </a:stretch>
              </p:blipFill>
              <p:spPr>
                <a:xfrm>
                  <a:off x="10483635" y="4267785"/>
                  <a:ext cx="475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2">
              <p14:nvContentPartPr>
                <p14:cNvPr id="1072" name="Ink 1071">
                  <a:extLst>
                    <a:ext uri="{FF2B5EF4-FFF2-40B4-BE49-F238E27FC236}">
                      <a16:creationId xmlns:a16="http://schemas.microsoft.com/office/drawing/2014/main" id="{39E884BC-101B-DD1C-BDC1-175BED352B8C}"/>
                    </a:ext>
                  </a:extLst>
                </p14:cNvPr>
                <p14:cNvContentPartPr/>
                <p14:nvPr/>
              </p14:nvContentPartPr>
              <p14:xfrm>
                <a:off x="10485795" y="4433385"/>
                <a:ext cx="12960" cy="96840"/>
              </p14:xfrm>
            </p:contentPart>
          </mc:Choice>
          <mc:Fallback xmlns="">
            <p:pic>
              <p:nvPicPr>
                <p:cNvPr id="1072" name="Ink 1071">
                  <a:extLst>
                    <a:ext uri="{FF2B5EF4-FFF2-40B4-BE49-F238E27FC236}">
                      <a16:creationId xmlns:a16="http://schemas.microsoft.com/office/drawing/2014/main" id="{39E884BC-101B-DD1C-BDC1-175BED352B8C}"/>
                    </a:ext>
                  </a:extLst>
                </p:cNvPr>
                <p:cNvPicPr/>
                <p:nvPr/>
              </p:nvPicPr>
              <p:blipFill>
                <a:blip r:embed="rId893"/>
                <a:stretch>
                  <a:fillRect/>
                </a:stretch>
              </p:blipFill>
              <p:spPr>
                <a:xfrm>
                  <a:off x="10477038" y="4424385"/>
                  <a:ext cx="30123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4">
              <p14:nvContentPartPr>
                <p14:cNvPr id="1073" name="Ink 1072">
                  <a:extLst>
                    <a:ext uri="{FF2B5EF4-FFF2-40B4-BE49-F238E27FC236}">
                      <a16:creationId xmlns:a16="http://schemas.microsoft.com/office/drawing/2014/main" id="{08E63ECA-A84B-2E75-F6D7-794A338E291C}"/>
                    </a:ext>
                  </a:extLst>
                </p14:cNvPr>
                <p14:cNvContentPartPr/>
                <p14:nvPr/>
              </p14:nvContentPartPr>
              <p14:xfrm>
                <a:off x="10522875" y="4670265"/>
                <a:ext cx="72360" cy="90360"/>
              </p14:xfrm>
            </p:contentPart>
          </mc:Choice>
          <mc:Fallback xmlns="">
            <p:pic>
              <p:nvPicPr>
                <p:cNvPr id="1073" name="Ink 1072">
                  <a:extLst>
                    <a:ext uri="{FF2B5EF4-FFF2-40B4-BE49-F238E27FC236}">
                      <a16:creationId xmlns:a16="http://schemas.microsoft.com/office/drawing/2014/main" id="{08E63ECA-A84B-2E75-F6D7-794A338E291C}"/>
                    </a:ext>
                  </a:extLst>
                </p:cNvPr>
                <p:cNvPicPr/>
                <p:nvPr/>
              </p:nvPicPr>
              <p:blipFill>
                <a:blip r:embed="rId895"/>
                <a:stretch>
                  <a:fillRect/>
                </a:stretch>
              </p:blipFill>
              <p:spPr>
                <a:xfrm>
                  <a:off x="10513875" y="4661265"/>
                  <a:ext cx="90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6">
              <p14:nvContentPartPr>
                <p14:cNvPr id="1074" name="Ink 1073">
                  <a:extLst>
                    <a:ext uri="{FF2B5EF4-FFF2-40B4-BE49-F238E27FC236}">
                      <a16:creationId xmlns:a16="http://schemas.microsoft.com/office/drawing/2014/main" id="{6FC6B46F-920B-64EA-6C1B-65F2ED8507C1}"/>
                    </a:ext>
                  </a:extLst>
                </p14:cNvPr>
                <p14:cNvContentPartPr/>
                <p14:nvPr/>
              </p14:nvContentPartPr>
              <p14:xfrm>
                <a:off x="12043515" y="4606185"/>
                <a:ext cx="18000" cy="123120"/>
              </p14:xfrm>
            </p:contentPart>
          </mc:Choice>
          <mc:Fallback xmlns="">
            <p:pic>
              <p:nvPicPr>
                <p:cNvPr id="1074" name="Ink 1073">
                  <a:extLst>
                    <a:ext uri="{FF2B5EF4-FFF2-40B4-BE49-F238E27FC236}">
                      <a16:creationId xmlns:a16="http://schemas.microsoft.com/office/drawing/2014/main" id="{6FC6B46F-920B-64EA-6C1B-65F2ED8507C1}"/>
                    </a:ext>
                  </a:extLst>
                </p:cNvPr>
                <p:cNvPicPr/>
                <p:nvPr/>
              </p:nvPicPr>
              <p:blipFill>
                <a:blip r:embed="rId897"/>
                <a:stretch>
                  <a:fillRect/>
                </a:stretch>
              </p:blipFill>
              <p:spPr>
                <a:xfrm>
                  <a:off x="12034515" y="4597185"/>
                  <a:ext cx="356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8">
              <p14:nvContentPartPr>
                <p14:cNvPr id="1075" name="Ink 1074">
                  <a:extLst>
                    <a:ext uri="{FF2B5EF4-FFF2-40B4-BE49-F238E27FC236}">
                      <a16:creationId xmlns:a16="http://schemas.microsoft.com/office/drawing/2014/main" id="{CB250AA1-D1D4-2B6D-14B8-82D7C9534FCC}"/>
                    </a:ext>
                  </a:extLst>
                </p14:cNvPr>
                <p14:cNvContentPartPr/>
                <p14:nvPr/>
              </p14:nvContentPartPr>
              <p14:xfrm>
                <a:off x="12060435" y="4429785"/>
                <a:ext cx="21600" cy="125640"/>
              </p14:xfrm>
            </p:contentPart>
          </mc:Choice>
          <mc:Fallback xmlns="">
            <p:pic>
              <p:nvPicPr>
                <p:cNvPr id="1075" name="Ink 1074">
                  <a:extLst>
                    <a:ext uri="{FF2B5EF4-FFF2-40B4-BE49-F238E27FC236}">
                      <a16:creationId xmlns:a16="http://schemas.microsoft.com/office/drawing/2014/main" id="{CB250AA1-D1D4-2B6D-14B8-82D7C9534FCC}"/>
                    </a:ext>
                  </a:extLst>
                </p:cNvPr>
                <p:cNvPicPr/>
                <p:nvPr/>
              </p:nvPicPr>
              <p:blipFill>
                <a:blip r:embed="rId899"/>
                <a:stretch>
                  <a:fillRect/>
                </a:stretch>
              </p:blipFill>
              <p:spPr>
                <a:xfrm>
                  <a:off x="12051282" y="4420785"/>
                  <a:ext cx="39539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0">
              <p14:nvContentPartPr>
                <p14:cNvPr id="1076" name="Ink 1075">
                  <a:extLst>
                    <a:ext uri="{FF2B5EF4-FFF2-40B4-BE49-F238E27FC236}">
                      <a16:creationId xmlns:a16="http://schemas.microsoft.com/office/drawing/2014/main" id="{70B621C9-3128-2182-D084-7B94220F4351}"/>
                    </a:ext>
                  </a:extLst>
                </p14:cNvPr>
                <p14:cNvContentPartPr/>
                <p14:nvPr/>
              </p14:nvContentPartPr>
              <p14:xfrm>
                <a:off x="12082395" y="4238625"/>
                <a:ext cx="17640" cy="140760"/>
              </p14:xfrm>
            </p:contentPart>
          </mc:Choice>
          <mc:Fallback xmlns="">
            <p:pic>
              <p:nvPicPr>
                <p:cNvPr id="1076" name="Ink 1075">
                  <a:extLst>
                    <a:ext uri="{FF2B5EF4-FFF2-40B4-BE49-F238E27FC236}">
                      <a16:creationId xmlns:a16="http://schemas.microsoft.com/office/drawing/2014/main" id="{70B621C9-3128-2182-D084-7B94220F4351}"/>
                    </a:ext>
                  </a:extLst>
                </p:cNvPr>
                <p:cNvPicPr/>
                <p:nvPr/>
              </p:nvPicPr>
              <p:blipFill>
                <a:blip r:embed="rId901"/>
                <a:stretch>
                  <a:fillRect/>
                </a:stretch>
              </p:blipFill>
              <p:spPr>
                <a:xfrm>
                  <a:off x="12073395" y="4229648"/>
                  <a:ext cx="35280" cy="1583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2">
              <p14:nvContentPartPr>
                <p14:cNvPr id="1077" name="Ink 1076">
                  <a:extLst>
                    <a:ext uri="{FF2B5EF4-FFF2-40B4-BE49-F238E27FC236}">
                      <a16:creationId xmlns:a16="http://schemas.microsoft.com/office/drawing/2014/main" id="{4E1E202A-E4AD-5B68-0595-353016F3C01D}"/>
                    </a:ext>
                  </a:extLst>
                </p14:cNvPr>
                <p14:cNvContentPartPr/>
                <p14:nvPr/>
              </p14:nvContentPartPr>
              <p14:xfrm>
                <a:off x="12139275" y="4024065"/>
                <a:ext cx="4680" cy="141120"/>
              </p14:xfrm>
            </p:contentPart>
          </mc:Choice>
          <mc:Fallback xmlns="">
            <p:pic>
              <p:nvPicPr>
                <p:cNvPr id="1077" name="Ink 1076">
                  <a:extLst>
                    <a:ext uri="{FF2B5EF4-FFF2-40B4-BE49-F238E27FC236}">
                      <a16:creationId xmlns:a16="http://schemas.microsoft.com/office/drawing/2014/main" id="{4E1E202A-E4AD-5B68-0595-353016F3C01D}"/>
                    </a:ext>
                  </a:extLst>
                </p:cNvPr>
                <p:cNvPicPr/>
                <p:nvPr/>
              </p:nvPicPr>
              <p:blipFill>
                <a:blip r:embed="rId903"/>
                <a:stretch>
                  <a:fillRect/>
                </a:stretch>
              </p:blipFill>
              <p:spPr>
                <a:xfrm>
                  <a:off x="12130275" y="4015065"/>
                  <a:ext cx="223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4">
              <p14:nvContentPartPr>
                <p14:cNvPr id="1078" name="Ink 1077">
                  <a:extLst>
                    <a:ext uri="{FF2B5EF4-FFF2-40B4-BE49-F238E27FC236}">
                      <a16:creationId xmlns:a16="http://schemas.microsoft.com/office/drawing/2014/main" id="{0E35669D-C6EC-CEC0-413A-82CF98F7FA81}"/>
                    </a:ext>
                  </a:extLst>
                </p14:cNvPr>
                <p14:cNvContentPartPr/>
                <p14:nvPr/>
              </p14:nvContentPartPr>
              <p14:xfrm>
                <a:off x="12084195" y="3804105"/>
                <a:ext cx="53640" cy="162000"/>
              </p14:xfrm>
            </p:contentPart>
          </mc:Choice>
          <mc:Fallback xmlns="">
            <p:pic>
              <p:nvPicPr>
                <p:cNvPr id="1078" name="Ink 1077">
                  <a:extLst>
                    <a:ext uri="{FF2B5EF4-FFF2-40B4-BE49-F238E27FC236}">
                      <a16:creationId xmlns:a16="http://schemas.microsoft.com/office/drawing/2014/main" id="{0E35669D-C6EC-CEC0-413A-82CF98F7FA81}"/>
                    </a:ext>
                  </a:extLst>
                </p:cNvPr>
                <p:cNvPicPr/>
                <p:nvPr/>
              </p:nvPicPr>
              <p:blipFill>
                <a:blip r:embed="rId905"/>
                <a:stretch>
                  <a:fillRect/>
                </a:stretch>
              </p:blipFill>
              <p:spPr>
                <a:xfrm>
                  <a:off x="12075255" y="3795105"/>
                  <a:ext cx="71162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6">
              <p14:nvContentPartPr>
                <p14:cNvPr id="1079" name="Ink 1078">
                  <a:extLst>
                    <a:ext uri="{FF2B5EF4-FFF2-40B4-BE49-F238E27FC236}">
                      <a16:creationId xmlns:a16="http://schemas.microsoft.com/office/drawing/2014/main" id="{DAADAF6B-8D07-E8E9-11E7-F1798F11D1EB}"/>
                    </a:ext>
                  </a:extLst>
                </p14:cNvPr>
                <p14:cNvContentPartPr/>
                <p14:nvPr/>
              </p14:nvContentPartPr>
              <p14:xfrm>
                <a:off x="12065475" y="3569025"/>
                <a:ext cx="46080" cy="168840"/>
              </p14:xfrm>
            </p:contentPart>
          </mc:Choice>
          <mc:Fallback xmlns="">
            <p:pic>
              <p:nvPicPr>
                <p:cNvPr id="1079" name="Ink 1078">
                  <a:extLst>
                    <a:ext uri="{FF2B5EF4-FFF2-40B4-BE49-F238E27FC236}">
                      <a16:creationId xmlns:a16="http://schemas.microsoft.com/office/drawing/2014/main" id="{DAADAF6B-8D07-E8E9-11E7-F1798F11D1EB}"/>
                    </a:ext>
                  </a:extLst>
                </p:cNvPr>
                <p:cNvPicPr/>
                <p:nvPr/>
              </p:nvPicPr>
              <p:blipFill>
                <a:blip r:embed="rId907"/>
                <a:stretch>
                  <a:fillRect/>
                </a:stretch>
              </p:blipFill>
              <p:spPr>
                <a:xfrm>
                  <a:off x="12056475" y="3560025"/>
                  <a:ext cx="637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8">
              <p14:nvContentPartPr>
                <p14:cNvPr id="1080" name="Ink 1079">
                  <a:extLst>
                    <a:ext uri="{FF2B5EF4-FFF2-40B4-BE49-F238E27FC236}">
                      <a16:creationId xmlns:a16="http://schemas.microsoft.com/office/drawing/2014/main" id="{75190AB2-0D32-525A-59D2-20C11BA8B454}"/>
                    </a:ext>
                  </a:extLst>
                </p14:cNvPr>
                <p14:cNvContentPartPr/>
                <p14:nvPr/>
              </p14:nvContentPartPr>
              <p14:xfrm>
                <a:off x="11973315" y="3349425"/>
                <a:ext cx="84240" cy="156240"/>
              </p14:xfrm>
            </p:contentPart>
          </mc:Choice>
          <mc:Fallback xmlns="">
            <p:pic>
              <p:nvPicPr>
                <p:cNvPr id="1080" name="Ink 1079">
                  <a:extLst>
                    <a:ext uri="{FF2B5EF4-FFF2-40B4-BE49-F238E27FC236}">
                      <a16:creationId xmlns:a16="http://schemas.microsoft.com/office/drawing/2014/main" id="{75190AB2-0D32-525A-59D2-20C11BA8B454}"/>
                    </a:ext>
                  </a:extLst>
                </p:cNvPr>
                <p:cNvPicPr/>
                <p:nvPr/>
              </p:nvPicPr>
              <p:blipFill>
                <a:blip r:embed="rId909"/>
                <a:stretch>
                  <a:fillRect/>
                </a:stretch>
              </p:blipFill>
              <p:spPr>
                <a:xfrm>
                  <a:off x="11964315" y="3340425"/>
                  <a:ext cx="1018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0">
              <p14:nvContentPartPr>
                <p14:cNvPr id="1081" name="Ink 1080">
                  <a:extLst>
                    <a:ext uri="{FF2B5EF4-FFF2-40B4-BE49-F238E27FC236}">
                      <a16:creationId xmlns:a16="http://schemas.microsoft.com/office/drawing/2014/main" id="{52618F08-7D09-719D-F36C-AB689F84D92B}"/>
                    </a:ext>
                  </a:extLst>
                </p14:cNvPr>
                <p14:cNvContentPartPr/>
                <p14:nvPr/>
              </p14:nvContentPartPr>
              <p14:xfrm>
                <a:off x="11829675" y="3259785"/>
                <a:ext cx="109080" cy="42840"/>
              </p14:xfrm>
            </p:contentPart>
          </mc:Choice>
          <mc:Fallback xmlns="">
            <p:pic>
              <p:nvPicPr>
                <p:cNvPr id="1081" name="Ink 1080">
                  <a:extLst>
                    <a:ext uri="{FF2B5EF4-FFF2-40B4-BE49-F238E27FC236}">
                      <a16:creationId xmlns:a16="http://schemas.microsoft.com/office/drawing/2014/main" id="{52618F08-7D09-719D-F36C-AB689F84D92B}"/>
                    </a:ext>
                  </a:extLst>
                </p:cNvPr>
                <p:cNvPicPr/>
                <p:nvPr/>
              </p:nvPicPr>
              <p:blipFill>
                <a:blip r:embed="rId911"/>
                <a:stretch>
                  <a:fillRect/>
                </a:stretch>
              </p:blipFill>
              <p:spPr>
                <a:xfrm>
                  <a:off x="11820675" y="3250709"/>
                  <a:ext cx="126720" cy="606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2">
              <p14:nvContentPartPr>
                <p14:cNvPr id="1082" name="Ink 1081">
                  <a:extLst>
                    <a:ext uri="{FF2B5EF4-FFF2-40B4-BE49-F238E27FC236}">
                      <a16:creationId xmlns:a16="http://schemas.microsoft.com/office/drawing/2014/main" id="{F0ED54DF-AE47-1F36-24AA-4AACB8F6FAC0}"/>
                    </a:ext>
                  </a:extLst>
                </p14:cNvPr>
                <p14:cNvContentPartPr/>
                <p14:nvPr/>
              </p14:nvContentPartPr>
              <p14:xfrm>
                <a:off x="11580555" y="3217665"/>
                <a:ext cx="196920" cy="45720"/>
              </p14:xfrm>
            </p:contentPart>
          </mc:Choice>
          <mc:Fallback xmlns="">
            <p:pic>
              <p:nvPicPr>
                <p:cNvPr id="1082" name="Ink 1081">
                  <a:extLst>
                    <a:ext uri="{FF2B5EF4-FFF2-40B4-BE49-F238E27FC236}">
                      <a16:creationId xmlns:a16="http://schemas.microsoft.com/office/drawing/2014/main" id="{F0ED54DF-AE47-1F36-24AA-4AACB8F6FAC0}"/>
                    </a:ext>
                  </a:extLst>
                </p:cNvPr>
                <p:cNvPicPr/>
                <p:nvPr/>
              </p:nvPicPr>
              <p:blipFill>
                <a:blip r:embed="rId913"/>
                <a:stretch>
                  <a:fillRect/>
                </a:stretch>
              </p:blipFill>
              <p:spPr>
                <a:xfrm>
                  <a:off x="11571555" y="3208665"/>
                  <a:ext cx="2145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4">
              <p14:nvContentPartPr>
                <p14:cNvPr id="1083" name="Ink 1082">
                  <a:extLst>
                    <a:ext uri="{FF2B5EF4-FFF2-40B4-BE49-F238E27FC236}">
                      <a16:creationId xmlns:a16="http://schemas.microsoft.com/office/drawing/2014/main" id="{C6979A26-A9BA-B89F-A5B9-2B3D6A48D6A4}"/>
                    </a:ext>
                  </a:extLst>
                </p14:cNvPr>
                <p14:cNvContentPartPr/>
                <p14:nvPr/>
              </p14:nvContentPartPr>
              <p14:xfrm>
                <a:off x="11436195" y="3212625"/>
                <a:ext cx="102240" cy="36360"/>
              </p14:xfrm>
            </p:contentPart>
          </mc:Choice>
          <mc:Fallback xmlns="">
            <p:pic>
              <p:nvPicPr>
                <p:cNvPr id="1083" name="Ink 1082">
                  <a:extLst>
                    <a:ext uri="{FF2B5EF4-FFF2-40B4-BE49-F238E27FC236}">
                      <a16:creationId xmlns:a16="http://schemas.microsoft.com/office/drawing/2014/main" id="{C6979A26-A9BA-B89F-A5B9-2B3D6A48D6A4}"/>
                    </a:ext>
                  </a:extLst>
                </p:cNvPr>
                <p:cNvPicPr/>
                <p:nvPr/>
              </p:nvPicPr>
              <p:blipFill>
                <a:blip r:embed="rId915"/>
                <a:stretch>
                  <a:fillRect/>
                </a:stretch>
              </p:blipFill>
              <p:spPr>
                <a:xfrm>
                  <a:off x="11427227" y="3203625"/>
                  <a:ext cx="119818" cy="54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84" name="TextBox 1083">
            <a:extLst>
              <a:ext uri="{FF2B5EF4-FFF2-40B4-BE49-F238E27FC236}">
                <a16:creationId xmlns:a16="http://schemas.microsoft.com/office/drawing/2014/main" id="{78AE7DB7-AE15-3B1A-1052-DC18B7D9FC37}"/>
              </a:ext>
            </a:extLst>
          </p:cNvPr>
          <p:cNvSpPr txBox="1"/>
          <p:nvPr/>
        </p:nvSpPr>
        <p:spPr>
          <a:xfrm>
            <a:off x="10739115" y="5604033"/>
            <a:ext cx="1414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Waste Processors</a:t>
            </a:r>
            <a:endParaRPr lang="en-US" sz="1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085" name="Group 1084">
            <a:extLst>
              <a:ext uri="{FF2B5EF4-FFF2-40B4-BE49-F238E27FC236}">
                <a16:creationId xmlns:a16="http://schemas.microsoft.com/office/drawing/2014/main" id="{7E1EB1E2-7BF2-EF39-1BB7-5DF618CC1865}"/>
              </a:ext>
            </a:extLst>
          </p:cNvPr>
          <p:cNvGrpSpPr/>
          <p:nvPr/>
        </p:nvGrpSpPr>
        <p:grpSpPr>
          <a:xfrm>
            <a:off x="5356875" y="4813545"/>
            <a:ext cx="5068080" cy="1281960"/>
            <a:chOff x="5356875" y="4813545"/>
            <a:chExt cx="5068080" cy="128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6">
              <p14:nvContentPartPr>
                <p14:cNvPr id="1086" name="Ink 1085">
                  <a:extLst>
                    <a:ext uri="{FF2B5EF4-FFF2-40B4-BE49-F238E27FC236}">
                      <a16:creationId xmlns:a16="http://schemas.microsoft.com/office/drawing/2014/main" id="{543A6427-16A4-1735-6EC0-826C5AA5CE03}"/>
                    </a:ext>
                  </a:extLst>
                </p14:cNvPr>
                <p14:cNvContentPartPr/>
                <p14:nvPr/>
              </p14:nvContentPartPr>
              <p14:xfrm>
                <a:off x="5363715" y="5288385"/>
                <a:ext cx="82440" cy="36000"/>
              </p14:xfrm>
            </p:contentPart>
          </mc:Choice>
          <mc:Fallback xmlns="">
            <p:pic>
              <p:nvPicPr>
                <p:cNvPr id="1086" name="Ink 1085">
                  <a:extLst>
                    <a:ext uri="{FF2B5EF4-FFF2-40B4-BE49-F238E27FC236}">
                      <a16:creationId xmlns:a16="http://schemas.microsoft.com/office/drawing/2014/main" id="{543A6427-16A4-1735-6EC0-826C5AA5CE03}"/>
                    </a:ext>
                  </a:extLst>
                </p:cNvPr>
                <p:cNvPicPr/>
                <p:nvPr/>
              </p:nvPicPr>
              <p:blipFill>
                <a:blip r:embed="rId917"/>
                <a:stretch>
                  <a:fillRect/>
                </a:stretch>
              </p:blipFill>
              <p:spPr>
                <a:xfrm>
                  <a:off x="5354715" y="5279385"/>
                  <a:ext cx="1000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8">
              <p14:nvContentPartPr>
                <p14:cNvPr id="1087" name="Ink 1086">
                  <a:extLst>
                    <a:ext uri="{FF2B5EF4-FFF2-40B4-BE49-F238E27FC236}">
                      <a16:creationId xmlns:a16="http://schemas.microsoft.com/office/drawing/2014/main" id="{74BBE201-C549-F9AE-F50D-A356F5E1438E}"/>
                    </a:ext>
                  </a:extLst>
                </p14:cNvPr>
                <p14:cNvContentPartPr/>
                <p14:nvPr/>
              </p14:nvContentPartPr>
              <p14:xfrm>
                <a:off x="5507715" y="5257065"/>
                <a:ext cx="55440" cy="38880"/>
              </p14:xfrm>
            </p:contentPart>
          </mc:Choice>
          <mc:Fallback xmlns="">
            <p:pic>
              <p:nvPicPr>
                <p:cNvPr id="1087" name="Ink 1086">
                  <a:extLst>
                    <a:ext uri="{FF2B5EF4-FFF2-40B4-BE49-F238E27FC236}">
                      <a16:creationId xmlns:a16="http://schemas.microsoft.com/office/drawing/2014/main" id="{74BBE201-C549-F9AE-F50D-A356F5E1438E}"/>
                    </a:ext>
                  </a:extLst>
                </p:cNvPr>
                <p:cNvPicPr/>
                <p:nvPr/>
              </p:nvPicPr>
              <p:blipFill>
                <a:blip r:embed="rId919"/>
                <a:stretch>
                  <a:fillRect/>
                </a:stretch>
              </p:blipFill>
              <p:spPr>
                <a:xfrm>
                  <a:off x="5498715" y="5248065"/>
                  <a:ext cx="730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0">
              <p14:nvContentPartPr>
                <p14:cNvPr id="1088" name="Ink 1087">
                  <a:extLst>
                    <a:ext uri="{FF2B5EF4-FFF2-40B4-BE49-F238E27FC236}">
                      <a16:creationId xmlns:a16="http://schemas.microsoft.com/office/drawing/2014/main" id="{9879D885-9DA0-32DF-613B-D33359121743}"/>
                    </a:ext>
                  </a:extLst>
                </p14:cNvPr>
                <p14:cNvContentPartPr/>
                <p14:nvPr/>
              </p14:nvContentPartPr>
              <p14:xfrm>
                <a:off x="5623275" y="5327985"/>
                <a:ext cx="75960" cy="68040"/>
              </p14:xfrm>
            </p:contentPart>
          </mc:Choice>
          <mc:Fallback xmlns="">
            <p:pic>
              <p:nvPicPr>
                <p:cNvPr id="1088" name="Ink 1087">
                  <a:extLst>
                    <a:ext uri="{FF2B5EF4-FFF2-40B4-BE49-F238E27FC236}">
                      <a16:creationId xmlns:a16="http://schemas.microsoft.com/office/drawing/2014/main" id="{9879D885-9DA0-32DF-613B-D33359121743}"/>
                    </a:ext>
                  </a:extLst>
                </p:cNvPr>
                <p:cNvPicPr/>
                <p:nvPr/>
              </p:nvPicPr>
              <p:blipFill>
                <a:blip r:embed="rId921"/>
                <a:stretch>
                  <a:fillRect/>
                </a:stretch>
              </p:blipFill>
              <p:spPr>
                <a:xfrm>
                  <a:off x="5614317" y="5318985"/>
                  <a:ext cx="93517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2">
              <p14:nvContentPartPr>
                <p14:cNvPr id="1089" name="Ink 1088">
                  <a:extLst>
                    <a:ext uri="{FF2B5EF4-FFF2-40B4-BE49-F238E27FC236}">
                      <a16:creationId xmlns:a16="http://schemas.microsoft.com/office/drawing/2014/main" id="{49C2ED08-9D03-C81D-05B6-88AC7DFAC434}"/>
                    </a:ext>
                  </a:extLst>
                </p14:cNvPr>
                <p14:cNvContentPartPr/>
                <p14:nvPr/>
              </p14:nvContentPartPr>
              <p14:xfrm>
                <a:off x="5777715" y="5406825"/>
                <a:ext cx="193320" cy="360"/>
              </p14:xfrm>
            </p:contentPart>
          </mc:Choice>
          <mc:Fallback xmlns="">
            <p:pic>
              <p:nvPicPr>
                <p:cNvPr id="1089" name="Ink 1088">
                  <a:extLst>
                    <a:ext uri="{FF2B5EF4-FFF2-40B4-BE49-F238E27FC236}">
                      <a16:creationId xmlns:a16="http://schemas.microsoft.com/office/drawing/2014/main" id="{49C2ED08-9D03-C81D-05B6-88AC7DFAC434}"/>
                    </a:ext>
                  </a:extLst>
                </p:cNvPr>
                <p:cNvPicPr/>
                <p:nvPr/>
              </p:nvPicPr>
              <p:blipFill>
                <a:blip r:embed="rId923"/>
                <a:stretch>
                  <a:fillRect/>
                </a:stretch>
              </p:blipFill>
              <p:spPr>
                <a:xfrm>
                  <a:off x="5768698" y="5397825"/>
                  <a:ext cx="210993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4">
              <p14:nvContentPartPr>
                <p14:cNvPr id="1090" name="Ink 1089">
                  <a:extLst>
                    <a:ext uri="{FF2B5EF4-FFF2-40B4-BE49-F238E27FC236}">
                      <a16:creationId xmlns:a16="http://schemas.microsoft.com/office/drawing/2014/main" id="{460B4B77-1003-630C-E016-294F094F3352}"/>
                    </a:ext>
                  </a:extLst>
                </p14:cNvPr>
                <p14:cNvContentPartPr/>
                <p14:nvPr/>
              </p14:nvContentPartPr>
              <p14:xfrm>
                <a:off x="6092715" y="5393145"/>
                <a:ext cx="147600" cy="3600"/>
              </p14:xfrm>
            </p:contentPart>
          </mc:Choice>
          <mc:Fallback xmlns="">
            <p:pic>
              <p:nvPicPr>
                <p:cNvPr id="1090" name="Ink 1089">
                  <a:extLst>
                    <a:ext uri="{FF2B5EF4-FFF2-40B4-BE49-F238E27FC236}">
                      <a16:creationId xmlns:a16="http://schemas.microsoft.com/office/drawing/2014/main" id="{460B4B77-1003-630C-E016-294F094F3352}"/>
                    </a:ext>
                  </a:extLst>
                </p:cNvPr>
                <p:cNvPicPr/>
                <p:nvPr/>
              </p:nvPicPr>
              <p:blipFill>
                <a:blip r:embed="rId925"/>
                <a:stretch>
                  <a:fillRect/>
                </a:stretch>
              </p:blipFill>
              <p:spPr>
                <a:xfrm>
                  <a:off x="6083715" y="5384145"/>
                  <a:ext cx="1652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6">
              <p14:nvContentPartPr>
                <p14:cNvPr id="1091" name="Ink 1090">
                  <a:extLst>
                    <a:ext uri="{FF2B5EF4-FFF2-40B4-BE49-F238E27FC236}">
                      <a16:creationId xmlns:a16="http://schemas.microsoft.com/office/drawing/2014/main" id="{A6087321-D37A-9E8D-6192-3B928D2931E7}"/>
                    </a:ext>
                  </a:extLst>
                </p14:cNvPr>
                <p14:cNvContentPartPr/>
                <p14:nvPr/>
              </p14:nvContentPartPr>
              <p14:xfrm>
                <a:off x="6349035" y="5388105"/>
                <a:ext cx="186120" cy="7200"/>
              </p14:xfrm>
            </p:contentPart>
          </mc:Choice>
          <mc:Fallback xmlns="">
            <p:pic>
              <p:nvPicPr>
                <p:cNvPr id="1091" name="Ink 1090">
                  <a:extLst>
                    <a:ext uri="{FF2B5EF4-FFF2-40B4-BE49-F238E27FC236}">
                      <a16:creationId xmlns:a16="http://schemas.microsoft.com/office/drawing/2014/main" id="{A6087321-D37A-9E8D-6192-3B928D2931E7}"/>
                    </a:ext>
                  </a:extLst>
                </p:cNvPr>
                <p:cNvPicPr/>
                <p:nvPr/>
              </p:nvPicPr>
              <p:blipFill>
                <a:blip r:embed="rId927"/>
                <a:stretch>
                  <a:fillRect/>
                </a:stretch>
              </p:blipFill>
              <p:spPr>
                <a:xfrm>
                  <a:off x="6340035" y="5379105"/>
                  <a:ext cx="2037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8">
              <p14:nvContentPartPr>
                <p14:cNvPr id="1092" name="Ink 1091">
                  <a:extLst>
                    <a:ext uri="{FF2B5EF4-FFF2-40B4-BE49-F238E27FC236}">
                      <a16:creationId xmlns:a16="http://schemas.microsoft.com/office/drawing/2014/main" id="{C60EBE60-B80D-4778-247E-81BD0893AABC}"/>
                    </a:ext>
                  </a:extLst>
                </p14:cNvPr>
                <p14:cNvContentPartPr/>
                <p14:nvPr/>
              </p14:nvContentPartPr>
              <p14:xfrm>
                <a:off x="6675915" y="5360385"/>
                <a:ext cx="186480" cy="7920"/>
              </p14:xfrm>
            </p:contentPart>
          </mc:Choice>
          <mc:Fallback xmlns="">
            <p:pic>
              <p:nvPicPr>
                <p:cNvPr id="1092" name="Ink 1091">
                  <a:extLst>
                    <a:ext uri="{FF2B5EF4-FFF2-40B4-BE49-F238E27FC236}">
                      <a16:creationId xmlns:a16="http://schemas.microsoft.com/office/drawing/2014/main" id="{C60EBE60-B80D-4778-247E-81BD0893AABC}"/>
                    </a:ext>
                  </a:extLst>
                </p:cNvPr>
                <p:cNvPicPr/>
                <p:nvPr/>
              </p:nvPicPr>
              <p:blipFill>
                <a:blip r:embed="rId929"/>
                <a:stretch>
                  <a:fillRect/>
                </a:stretch>
              </p:blipFill>
              <p:spPr>
                <a:xfrm>
                  <a:off x="6666915" y="5351385"/>
                  <a:ext cx="2041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0">
              <p14:nvContentPartPr>
                <p14:cNvPr id="1093" name="Ink 1092">
                  <a:extLst>
                    <a:ext uri="{FF2B5EF4-FFF2-40B4-BE49-F238E27FC236}">
                      <a16:creationId xmlns:a16="http://schemas.microsoft.com/office/drawing/2014/main" id="{183A316D-009F-15FE-A048-BEE2A76E81A7}"/>
                    </a:ext>
                  </a:extLst>
                </p14:cNvPr>
                <p14:cNvContentPartPr/>
                <p14:nvPr/>
              </p14:nvContentPartPr>
              <p14:xfrm>
                <a:off x="6915675" y="5339145"/>
                <a:ext cx="127080" cy="39240"/>
              </p14:xfrm>
            </p:contentPart>
          </mc:Choice>
          <mc:Fallback xmlns="">
            <p:pic>
              <p:nvPicPr>
                <p:cNvPr id="1093" name="Ink 1092">
                  <a:extLst>
                    <a:ext uri="{FF2B5EF4-FFF2-40B4-BE49-F238E27FC236}">
                      <a16:creationId xmlns:a16="http://schemas.microsoft.com/office/drawing/2014/main" id="{183A316D-009F-15FE-A048-BEE2A76E81A7}"/>
                    </a:ext>
                  </a:extLst>
                </p:cNvPr>
                <p:cNvPicPr/>
                <p:nvPr/>
              </p:nvPicPr>
              <p:blipFill>
                <a:blip r:embed="rId931"/>
                <a:stretch>
                  <a:fillRect/>
                </a:stretch>
              </p:blipFill>
              <p:spPr>
                <a:xfrm>
                  <a:off x="6906675" y="5330227"/>
                  <a:ext cx="144720" cy="5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2">
              <p14:nvContentPartPr>
                <p14:cNvPr id="1094" name="Ink 1093">
                  <a:extLst>
                    <a:ext uri="{FF2B5EF4-FFF2-40B4-BE49-F238E27FC236}">
                      <a16:creationId xmlns:a16="http://schemas.microsoft.com/office/drawing/2014/main" id="{47FCB040-859D-0308-333B-E33F1314132C}"/>
                    </a:ext>
                  </a:extLst>
                </p14:cNvPr>
                <p14:cNvContentPartPr/>
                <p14:nvPr/>
              </p14:nvContentPartPr>
              <p14:xfrm>
                <a:off x="7142475" y="5277225"/>
                <a:ext cx="128880" cy="2880"/>
              </p14:xfrm>
            </p:contentPart>
          </mc:Choice>
          <mc:Fallback xmlns="">
            <p:pic>
              <p:nvPicPr>
                <p:cNvPr id="1094" name="Ink 1093">
                  <a:extLst>
                    <a:ext uri="{FF2B5EF4-FFF2-40B4-BE49-F238E27FC236}">
                      <a16:creationId xmlns:a16="http://schemas.microsoft.com/office/drawing/2014/main" id="{47FCB040-859D-0308-333B-E33F1314132C}"/>
                    </a:ext>
                  </a:extLst>
                </p:cNvPr>
                <p:cNvPicPr/>
                <p:nvPr/>
              </p:nvPicPr>
              <p:blipFill>
                <a:blip r:embed="rId933"/>
                <a:stretch>
                  <a:fillRect/>
                </a:stretch>
              </p:blipFill>
              <p:spPr>
                <a:xfrm>
                  <a:off x="7133475" y="5268225"/>
                  <a:ext cx="1465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4">
              <p14:nvContentPartPr>
                <p14:cNvPr id="1095" name="Ink 1094">
                  <a:extLst>
                    <a:ext uri="{FF2B5EF4-FFF2-40B4-BE49-F238E27FC236}">
                      <a16:creationId xmlns:a16="http://schemas.microsoft.com/office/drawing/2014/main" id="{3A982990-C834-4552-6DF6-C189DBB755F6}"/>
                    </a:ext>
                  </a:extLst>
                </p14:cNvPr>
                <p14:cNvContentPartPr/>
                <p14:nvPr/>
              </p14:nvContentPartPr>
              <p14:xfrm>
                <a:off x="7366755" y="5321505"/>
                <a:ext cx="95040" cy="27360"/>
              </p14:xfrm>
            </p:contentPart>
          </mc:Choice>
          <mc:Fallback xmlns="">
            <p:pic>
              <p:nvPicPr>
                <p:cNvPr id="1095" name="Ink 1094">
                  <a:extLst>
                    <a:ext uri="{FF2B5EF4-FFF2-40B4-BE49-F238E27FC236}">
                      <a16:creationId xmlns:a16="http://schemas.microsoft.com/office/drawing/2014/main" id="{3A982990-C834-4552-6DF6-C189DBB755F6}"/>
                    </a:ext>
                  </a:extLst>
                </p:cNvPr>
                <p:cNvPicPr/>
                <p:nvPr/>
              </p:nvPicPr>
              <p:blipFill>
                <a:blip r:embed="rId935"/>
                <a:stretch>
                  <a:fillRect/>
                </a:stretch>
              </p:blipFill>
              <p:spPr>
                <a:xfrm>
                  <a:off x="7357789" y="5312505"/>
                  <a:ext cx="112613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6">
              <p14:nvContentPartPr>
                <p14:cNvPr id="1096" name="Ink 1095">
                  <a:extLst>
                    <a:ext uri="{FF2B5EF4-FFF2-40B4-BE49-F238E27FC236}">
                      <a16:creationId xmlns:a16="http://schemas.microsoft.com/office/drawing/2014/main" id="{CCE9B6B5-77DA-AFCE-5D0E-9878A0A0479C}"/>
                    </a:ext>
                  </a:extLst>
                </p14:cNvPr>
                <p14:cNvContentPartPr/>
                <p14:nvPr/>
              </p14:nvContentPartPr>
              <p14:xfrm>
                <a:off x="7515795" y="5383065"/>
                <a:ext cx="120600" cy="23760"/>
              </p14:xfrm>
            </p:contentPart>
          </mc:Choice>
          <mc:Fallback xmlns="">
            <p:pic>
              <p:nvPicPr>
                <p:cNvPr id="1096" name="Ink 1095">
                  <a:extLst>
                    <a:ext uri="{FF2B5EF4-FFF2-40B4-BE49-F238E27FC236}">
                      <a16:creationId xmlns:a16="http://schemas.microsoft.com/office/drawing/2014/main" id="{CCE9B6B5-77DA-AFCE-5D0E-9878A0A0479C}"/>
                    </a:ext>
                  </a:extLst>
                </p:cNvPr>
                <p:cNvPicPr/>
                <p:nvPr/>
              </p:nvPicPr>
              <p:blipFill>
                <a:blip r:embed="rId937"/>
                <a:stretch>
                  <a:fillRect/>
                </a:stretch>
              </p:blipFill>
              <p:spPr>
                <a:xfrm>
                  <a:off x="7506795" y="5374065"/>
                  <a:ext cx="1382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8">
              <p14:nvContentPartPr>
                <p14:cNvPr id="1097" name="Ink 1096">
                  <a:extLst>
                    <a:ext uri="{FF2B5EF4-FFF2-40B4-BE49-F238E27FC236}">
                      <a16:creationId xmlns:a16="http://schemas.microsoft.com/office/drawing/2014/main" id="{93F34CBF-7733-EB3B-3A42-D91C0E426619}"/>
                    </a:ext>
                  </a:extLst>
                </p14:cNvPr>
                <p14:cNvContentPartPr/>
                <p14:nvPr/>
              </p14:nvContentPartPr>
              <p14:xfrm>
                <a:off x="7731795" y="5375505"/>
                <a:ext cx="182520" cy="10440"/>
              </p14:xfrm>
            </p:contentPart>
          </mc:Choice>
          <mc:Fallback xmlns="">
            <p:pic>
              <p:nvPicPr>
                <p:cNvPr id="1097" name="Ink 1096">
                  <a:extLst>
                    <a:ext uri="{FF2B5EF4-FFF2-40B4-BE49-F238E27FC236}">
                      <a16:creationId xmlns:a16="http://schemas.microsoft.com/office/drawing/2014/main" id="{93F34CBF-7733-EB3B-3A42-D91C0E426619}"/>
                    </a:ext>
                  </a:extLst>
                </p:cNvPr>
                <p:cNvPicPr/>
                <p:nvPr/>
              </p:nvPicPr>
              <p:blipFill>
                <a:blip r:embed="rId939"/>
                <a:stretch>
                  <a:fillRect/>
                </a:stretch>
              </p:blipFill>
              <p:spPr>
                <a:xfrm>
                  <a:off x="7722795" y="5366505"/>
                  <a:ext cx="2001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0">
              <p14:nvContentPartPr>
                <p14:cNvPr id="1098" name="Ink 1097">
                  <a:extLst>
                    <a:ext uri="{FF2B5EF4-FFF2-40B4-BE49-F238E27FC236}">
                      <a16:creationId xmlns:a16="http://schemas.microsoft.com/office/drawing/2014/main" id="{90D3A1A9-8CAB-22D2-B13B-2FE801EE18E8}"/>
                    </a:ext>
                  </a:extLst>
                </p14:cNvPr>
                <p14:cNvContentPartPr/>
                <p14:nvPr/>
              </p14:nvContentPartPr>
              <p14:xfrm>
                <a:off x="8075235" y="5364705"/>
                <a:ext cx="140040" cy="3600"/>
              </p14:xfrm>
            </p:contentPart>
          </mc:Choice>
          <mc:Fallback xmlns="">
            <p:pic>
              <p:nvPicPr>
                <p:cNvPr id="1098" name="Ink 1097">
                  <a:extLst>
                    <a:ext uri="{FF2B5EF4-FFF2-40B4-BE49-F238E27FC236}">
                      <a16:creationId xmlns:a16="http://schemas.microsoft.com/office/drawing/2014/main" id="{90D3A1A9-8CAB-22D2-B13B-2FE801EE18E8}"/>
                    </a:ext>
                  </a:extLst>
                </p:cNvPr>
                <p:cNvPicPr/>
                <p:nvPr/>
              </p:nvPicPr>
              <p:blipFill>
                <a:blip r:embed="rId941"/>
                <a:stretch>
                  <a:fillRect/>
                </a:stretch>
              </p:blipFill>
              <p:spPr>
                <a:xfrm>
                  <a:off x="8066235" y="5356523"/>
                  <a:ext cx="157680" cy="196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2">
              <p14:nvContentPartPr>
                <p14:cNvPr id="1099" name="Ink 1098">
                  <a:extLst>
                    <a:ext uri="{FF2B5EF4-FFF2-40B4-BE49-F238E27FC236}">
                      <a16:creationId xmlns:a16="http://schemas.microsoft.com/office/drawing/2014/main" id="{0DE4909B-628D-A4E8-BD4A-D5650AF97672}"/>
                    </a:ext>
                  </a:extLst>
                </p14:cNvPr>
                <p14:cNvContentPartPr/>
                <p14:nvPr/>
              </p14:nvContentPartPr>
              <p14:xfrm>
                <a:off x="8326875" y="5334105"/>
                <a:ext cx="135720" cy="21600"/>
              </p14:xfrm>
            </p:contentPart>
          </mc:Choice>
          <mc:Fallback xmlns="">
            <p:pic>
              <p:nvPicPr>
                <p:cNvPr id="1099" name="Ink 1098">
                  <a:extLst>
                    <a:ext uri="{FF2B5EF4-FFF2-40B4-BE49-F238E27FC236}">
                      <a16:creationId xmlns:a16="http://schemas.microsoft.com/office/drawing/2014/main" id="{0DE4909B-628D-A4E8-BD4A-D5650AF97672}"/>
                    </a:ext>
                  </a:extLst>
                </p:cNvPr>
                <p:cNvPicPr/>
                <p:nvPr/>
              </p:nvPicPr>
              <p:blipFill>
                <a:blip r:embed="rId943"/>
                <a:stretch>
                  <a:fillRect/>
                </a:stretch>
              </p:blipFill>
              <p:spPr>
                <a:xfrm>
                  <a:off x="8317875" y="5325105"/>
                  <a:ext cx="1533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4">
              <p14:nvContentPartPr>
                <p14:cNvPr id="1100" name="Ink 1099">
                  <a:extLst>
                    <a:ext uri="{FF2B5EF4-FFF2-40B4-BE49-F238E27FC236}">
                      <a16:creationId xmlns:a16="http://schemas.microsoft.com/office/drawing/2014/main" id="{4D2D36B9-4E35-C6A3-3501-2629D6475871}"/>
                    </a:ext>
                  </a:extLst>
                </p14:cNvPr>
                <p14:cNvContentPartPr/>
                <p14:nvPr/>
              </p14:nvContentPartPr>
              <p14:xfrm>
                <a:off x="8585715" y="5241945"/>
                <a:ext cx="96120" cy="51840"/>
              </p14:xfrm>
            </p:contentPart>
          </mc:Choice>
          <mc:Fallback xmlns="">
            <p:pic>
              <p:nvPicPr>
                <p:cNvPr id="1100" name="Ink 1099">
                  <a:extLst>
                    <a:ext uri="{FF2B5EF4-FFF2-40B4-BE49-F238E27FC236}">
                      <a16:creationId xmlns:a16="http://schemas.microsoft.com/office/drawing/2014/main" id="{4D2D36B9-4E35-C6A3-3501-2629D6475871}"/>
                    </a:ext>
                  </a:extLst>
                </p:cNvPr>
                <p:cNvPicPr/>
                <p:nvPr/>
              </p:nvPicPr>
              <p:blipFill>
                <a:blip r:embed="rId945"/>
                <a:stretch>
                  <a:fillRect/>
                </a:stretch>
              </p:blipFill>
              <p:spPr>
                <a:xfrm>
                  <a:off x="8576715" y="5232945"/>
                  <a:ext cx="1137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6">
              <p14:nvContentPartPr>
                <p14:cNvPr id="1101" name="Ink 1100">
                  <a:extLst>
                    <a:ext uri="{FF2B5EF4-FFF2-40B4-BE49-F238E27FC236}">
                      <a16:creationId xmlns:a16="http://schemas.microsoft.com/office/drawing/2014/main" id="{80B27C57-2CF8-9B11-978F-7B6440B29A95}"/>
                    </a:ext>
                  </a:extLst>
                </p14:cNvPr>
                <p14:cNvContentPartPr/>
                <p14:nvPr/>
              </p14:nvContentPartPr>
              <p14:xfrm>
                <a:off x="8717115" y="5057265"/>
                <a:ext cx="115560" cy="101880"/>
              </p14:xfrm>
            </p:contentPart>
          </mc:Choice>
          <mc:Fallback xmlns="">
            <p:pic>
              <p:nvPicPr>
                <p:cNvPr id="1101" name="Ink 1100">
                  <a:extLst>
                    <a:ext uri="{FF2B5EF4-FFF2-40B4-BE49-F238E27FC236}">
                      <a16:creationId xmlns:a16="http://schemas.microsoft.com/office/drawing/2014/main" id="{80B27C57-2CF8-9B11-978F-7B6440B29A95}"/>
                    </a:ext>
                  </a:extLst>
                </p:cNvPr>
                <p:cNvPicPr/>
                <p:nvPr/>
              </p:nvPicPr>
              <p:blipFill>
                <a:blip r:embed="rId947"/>
                <a:stretch>
                  <a:fillRect/>
                </a:stretch>
              </p:blipFill>
              <p:spPr>
                <a:xfrm>
                  <a:off x="8708087" y="5048297"/>
                  <a:ext cx="133255" cy="1194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8">
              <p14:nvContentPartPr>
                <p14:cNvPr id="1102" name="Ink 1101">
                  <a:extLst>
                    <a:ext uri="{FF2B5EF4-FFF2-40B4-BE49-F238E27FC236}">
                      <a16:creationId xmlns:a16="http://schemas.microsoft.com/office/drawing/2014/main" id="{AE534A3B-617B-3FA1-FDB7-E3C86DFAC2E0}"/>
                    </a:ext>
                  </a:extLst>
                </p14:cNvPr>
                <p14:cNvContentPartPr/>
                <p14:nvPr/>
              </p14:nvContentPartPr>
              <p14:xfrm>
                <a:off x="8933115" y="5014065"/>
                <a:ext cx="141840" cy="9720"/>
              </p14:xfrm>
            </p:contentPart>
          </mc:Choice>
          <mc:Fallback xmlns="">
            <p:pic>
              <p:nvPicPr>
                <p:cNvPr id="1102" name="Ink 1101">
                  <a:extLst>
                    <a:ext uri="{FF2B5EF4-FFF2-40B4-BE49-F238E27FC236}">
                      <a16:creationId xmlns:a16="http://schemas.microsoft.com/office/drawing/2014/main" id="{AE534A3B-617B-3FA1-FDB7-E3C86DFAC2E0}"/>
                    </a:ext>
                  </a:extLst>
                </p:cNvPr>
                <p:cNvPicPr/>
                <p:nvPr/>
              </p:nvPicPr>
              <p:blipFill>
                <a:blip r:embed="rId949"/>
                <a:stretch>
                  <a:fillRect/>
                </a:stretch>
              </p:blipFill>
              <p:spPr>
                <a:xfrm>
                  <a:off x="8924115" y="5005065"/>
                  <a:ext cx="1594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0">
              <p14:nvContentPartPr>
                <p14:cNvPr id="1103" name="Ink 1102">
                  <a:extLst>
                    <a:ext uri="{FF2B5EF4-FFF2-40B4-BE49-F238E27FC236}">
                      <a16:creationId xmlns:a16="http://schemas.microsoft.com/office/drawing/2014/main" id="{7A5AC6AB-A38A-05F4-03BC-66B96E82BDEC}"/>
                    </a:ext>
                  </a:extLst>
                </p14:cNvPr>
                <p14:cNvContentPartPr/>
                <p14:nvPr/>
              </p14:nvContentPartPr>
              <p14:xfrm>
                <a:off x="9207075" y="4990305"/>
                <a:ext cx="142920" cy="5400"/>
              </p14:xfrm>
            </p:contentPart>
          </mc:Choice>
          <mc:Fallback xmlns="">
            <p:pic>
              <p:nvPicPr>
                <p:cNvPr id="1103" name="Ink 1102">
                  <a:extLst>
                    <a:ext uri="{FF2B5EF4-FFF2-40B4-BE49-F238E27FC236}">
                      <a16:creationId xmlns:a16="http://schemas.microsoft.com/office/drawing/2014/main" id="{7A5AC6AB-A38A-05F4-03BC-66B96E82BDEC}"/>
                    </a:ext>
                  </a:extLst>
                </p:cNvPr>
                <p:cNvPicPr/>
                <p:nvPr/>
              </p:nvPicPr>
              <p:blipFill>
                <a:blip r:embed="rId951"/>
                <a:stretch>
                  <a:fillRect/>
                </a:stretch>
              </p:blipFill>
              <p:spPr>
                <a:xfrm>
                  <a:off x="9198075" y="4981305"/>
                  <a:ext cx="1605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2">
              <p14:nvContentPartPr>
                <p14:cNvPr id="1104" name="Ink 1103">
                  <a:extLst>
                    <a:ext uri="{FF2B5EF4-FFF2-40B4-BE49-F238E27FC236}">
                      <a16:creationId xmlns:a16="http://schemas.microsoft.com/office/drawing/2014/main" id="{1147450A-856B-9D01-0DF7-225A0C4B2670}"/>
                    </a:ext>
                  </a:extLst>
                </p14:cNvPr>
                <p14:cNvContentPartPr/>
                <p14:nvPr/>
              </p14:nvContentPartPr>
              <p14:xfrm>
                <a:off x="9463035" y="4982025"/>
                <a:ext cx="124920" cy="12240"/>
              </p14:xfrm>
            </p:contentPart>
          </mc:Choice>
          <mc:Fallback xmlns="">
            <p:pic>
              <p:nvPicPr>
                <p:cNvPr id="1104" name="Ink 1103">
                  <a:extLst>
                    <a:ext uri="{FF2B5EF4-FFF2-40B4-BE49-F238E27FC236}">
                      <a16:creationId xmlns:a16="http://schemas.microsoft.com/office/drawing/2014/main" id="{1147450A-856B-9D01-0DF7-225A0C4B2670}"/>
                    </a:ext>
                  </a:extLst>
                </p:cNvPr>
                <p:cNvPicPr/>
                <p:nvPr/>
              </p:nvPicPr>
              <p:blipFill>
                <a:blip r:embed="rId953"/>
                <a:stretch>
                  <a:fillRect/>
                </a:stretch>
              </p:blipFill>
              <p:spPr>
                <a:xfrm>
                  <a:off x="9454035" y="4973025"/>
                  <a:ext cx="1425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4">
              <p14:nvContentPartPr>
                <p14:cNvPr id="1105" name="Ink 1104">
                  <a:extLst>
                    <a:ext uri="{FF2B5EF4-FFF2-40B4-BE49-F238E27FC236}">
                      <a16:creationId xmlns:a16="http://schemas.microsoft.com/office/drawing/2014/main" id="{207E3101-00C3-F084-258B-4D42BFF0C578}"/>
                    </a:ext>
                  </a:extLst>
                </p14:cNvPr>
                <p14:cNvContentPartPr/>
                <p14:nvPr/>
              </p14:nvContentPartPr>
              <p14:xfrm>
                <a:off x="9673635" y="5002905"/>
                <a:ext cx="119880" cy="21600"/>
              </p14:xfrm>
            </p:contentPart>
          </mc:Choice>
          <mc:Fallback xmlns="">
            <p:pic>
              <p:nvPicPr>
                <p:cNvPr id="1105" name="Ink 1104">
                  <a:extLst>
                    <a:ext uri="{FF2B5EF4-FFF2-40B4-BE49-F238E27FC236}">
                      <a16:creationId xmlns:a16="http://schemas.microsoft.com/office/drawing/2014/main" id="{207E3101-00C3-F084-258B-4D42BFF0C578}"/>
                    </a:ext>
                  </a:extLst>
                </p:cNvPr>
                <p:cNvPicPr/>
                <p:nvPr/>
              </p:nvPicPr>
              <p:blipFill>
                <a:blip r:embed="rId955"/>
                <a:stretch>
                  <a:fillRect/>
                </a:stretch>
              </p:blipFill>
              <p:spPr>
                <a:xfrm>
                  <a:off x="9664635" y="4993905"/>
                  <a:ext cx="1375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6">
              <p14:nvContentPartPr>
                <p14:cNvPr id="1106" name="Ink 1105">
                  <a:extLst>
                    <a:ext uri="{FF2B5EF4-FFF2-40B4-BE49-F238E27FC236}">
                      <a16:creationId xmlns:a16="http://schemas.microsoft.com/office/drawing/2014/main" id="{7A82674F-8831-7952-CF36-2728997A5B21}"/>
                    </a:ext>
                  </a:extLst>
                </p14:cNvPr>
                <p14:cNvContentPartPr/>
                <p14:nvPr/>
              </p14:nvContentPartPr>
              <p14:xfrm>
                <a:off x="9888555" y="4966545"/>
                <a:ext cx="79200" cy="51840"/>
              </p14:xfrm>
            </p:contentPart>
          </mc:Choice>
          <mc:Fallback xmlns="">
            <p:pic>
              <p:nvPicPr>
                <p:cNvPr id="1106" name="Ink 1105">
                  <a:extLst>
                    <a:ext uri="{FF2B5EF4-FFF2-40B4-BE49-F238E27FC236}">
                      <a16:creationId xmlns:a16="http://schemas.microsoft.com/office/drawing/2014/main" id="{7A82674F-8831-7952-CF36-2728997A5B21}"/>
                    </a:ext>
                  </a:extLst>
                </p:cNvPr>
                <p:cNvPicPr/>
                <p:nvPr/>
              </p:nvPicPr>
              <p:blipFill>
                <a:blip r:embed="rId957"/>
                <a:stretch>
                  <a:fillRect/>
                </a:stretch>
              </p:blipFill>
              <p:spPr>
                <a:xfrm>
                  <a:off x="9879555" y="4957545"/>
                  <a:ext cx="968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8">
              <p14:nvContentPartPr>
                <p14:cNvPr id="1107" name="Ink 1106">
                  <a:extLst>
                    <a:ext uri="{FF2B5EF4-FFF2-40B4-BE49-F238E27FC236}">
                      <a16:creationId xmlns:a16="http://schemas.microsoft.com/office/drawing/2014/main" id="{B3535752-26B8-552A-3E6D-9F7E59FB0CBE}"/>
                    </a:ext>
                  </a:extLst>
                </p14:cNvPr>
                <p14:cNvContentPartPr/>
                <p14:nvPr/>
              </p14:nvContentPartPr>
              <p14:xfrm>
                <a:off x="9990435" y="4867545"/>
                <a:ext cx="119880" cy="52920"/>
              </p14:xfrm>
            </p:contentPart>
          </mc:Choice>
          <mc:Fallback xmlns="">
            <p:pic>
              <p:nvPicPr>
                <p:cNvPr id="1107" name="Ink 1106">
                  <a:extLst>
                    <a:ext uri="{FF2B5EF4-FFF2-40B4-BE49-F238E27FC236}">
                      <a16:creationId xmlns:a16="http://schemas.microsoft.com/office/drawing/2014/main" id="{B3535752-26B8-552A-3E6D-9F7E59FB0CBE}"/>
                    </a:ext>
                  </a:extLst>
                </p:cNvPr>
                <p:cNvPicPr/>
                <p:nvPr/>
              </p:nvPicPr>
              <p:blipFill>
                <a:blip r:embed="rId959"/>
                <a:stretch>
                  <a:fillRect/>
                </a:stretch>
              </p:blipFill>
              <p:spPr>
                <a:xfrm>
                  <a:off x="9981408" y="4858483"/>
                  <a:ext cx="137573" cy="706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0">
              <p14:nvContentPartPr>
                <p14:cNvPr id="1108" name="Ink 1107">
                  <a:extLst>
                    <a:ext uri="{FF2B5EF4-FFF2-40B4-BE49-F238E27FC236}">
                      <a16:creationId xmlns:a16="http://schemas.microsoft.com/office/drawing/2014/main" id="{1FF9E7C4-5120-E6BD-2598-4CD61937FE37}"/>
                    </a:ext>
                  </a:extLst>
                </p14:cNvPr>
                <p14:cNvContentPartPr/>
                <p14:nvPr/>
              </p14:nvContentPartPr>
              <p14:xfrm>
                <a:off x="10142715" y="4814265"/>
                <a:ext cx="109440" cy="4680"/>
              </p14:xfrm>
            </p:contentPart>
          </mc:Choice>
          <mc:Fallback xmlns="">
            <p:pic>
              <p:nvPicPr>
                <p:cNvPr id="1108" name="Ink 1107">
                  <a:extLst>
                    <a:ext uri="{FF2B5EF4-FFF2-40B4-BE49-F238E27FC236}">
                      <a16:creationId xmlns:a16="http://schemas.microsoft.com/office/drawing/2014/main" id="{1FF9E7C4-5120-E6BD-2598-4CD61937FE37}"/>
                    </a:ext>
                  </a:extLst>
                </p:cNvPr>
                <p:cNvPicPr/>
                <p:nvPr/>
              </p:nvPicPr>
              <p:blipFill>
                <a:blip r:embed="rId961"/>
                <a:stretch>
                  <a:fillRect/>
                </a:stretch>
              </p:blipFill>
              <p:spPr>
                <a:xfrm>
                  <a:off x="10133715" y="4805265"/>
                  <a:ext cx="1270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2">
              <p14:nvContentPartPr>
                <p14:cNvPr id="1109" name="Ink 1108">
                  <a:extLst>
                    <a:ext uri="{FF2B5EF4-FFF2-40B4-BE49-F238E27FC236}">
                      <a16:creationId xmlns:a16="http://schemas.microsoft.com/office/drawing/2014/main" id="{BB269716-F44D-69E5-4DB6-4C031EA176EB}"/>
                    </a:ext>
                  </a:extLst>
                </p14:cNvPr>
                <p14:cNvContentPartPr/>
                <p14:nvPr/>
              </p14:nvContentPartPr>
              <p14:xfrm>
                <a:off x="10337475" y="4813545"/>
                <a:ext cx="71640" cy="44280"/>
              </p14:xfrm>
            </p:contentPart>
          </mc:Choice>
          <mc:Fallback xmlns="">
            <p:pic>
              <p:nvPicPr>
                <p:cNvPr id="1109" name="Ink 1108">
                  <a:extLst>
                    <a:ext uri="{FF2B5EF4-FFF2-40B4-BE49-F238E27FC236}">
                      <a16:creationId xmlns:a16="http://schemas.microsoft.com/office/drawing/2014/main" id="{BB269716-F44D-69E5-4DB6-4C031EA176EB}"/>
                    </a:ext>
                  </a:extLst>
                </p:cNvPr>
                <p:cNvPicPr/>
                <p:nvPr/>
              </p:nvPicPr>
              <p:blipFill>
                <a:blip r:embed="rId963"/>
                <a:stretch>
                  <a:fillRect/>
                </a:stretch>
              </p:blipFill>
              <p:spPr>
                <a:xfrm>
                  <a:off x="10328430" y="4804545"/>
                  <a:ext cx="89369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4">
              <p14:nvContentPartPr>
                <p14:cNvPr id="1110" name="Ink 1109">
                  <a:extLst>
                    <a:ext uri="{FF2B5EF4-FFF2-40B4-BE49-F238E27FC236}">
                      <a16:creationId xmlns:a16="http://schemas.microsoft.com/office/drawing/2014/main" id="{55CA3400-168F-7D09-7E46-047BF1F25D2D}"/>
                    </a:ext>
                  </a:extLst>
                </p14:cNvPr>
                <p14:cNvContentPartPr/>
                <p14:nvPr/>
              </p14:nvContentPartPr>
              <p14:xfrm>
                <a:off x="10422075" y="4925145"/>
                <a:ext cx="2880" cy="123120"/>
              </p14:xfrm>
            </p:contentPart>
          </mc:Choice>
          <mc:Fallback xmlns="">
            <p:pic>
              <p:nvPicPr>
                <p:cNvPr id="1110" name="Ink 1109">
                  <a:extLst>
                    <a:ext uri="{FF2B5EF4-FFF2-40B4-BE49-F238E27FC236}">
                      <a16:creationId xmlns:a16="http://schemas.microsoft.com/office/drawing/2014/main" id="{55CA3400-168F-7D09-7E46-047BF1F25D2D}"/>
                    </a:ext>
                  </a:extLst>
                </p:cNvPr>
                <p:cNvPicPr/>
                <p:nvPr/>
              </p:nvPicPr>
              <p:blipFill>
                <a:blip r:embed="rId965"/>
                <a:stretch>
                  <a:fillRect/>
                </a:stretch>
              </p:blipFill>
              <p:spPr>
                <a:xfrm>
                  <a:off x="10413075" y="4916145"/>
                  <a:ext cx="205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6">
              <p14:nvContentPartPr>
                <p14:cNvPr id="1111" name="Ink 1110">
                  <a:extLst>
                    <a:ext uri="{FF2B5EF4-FFF2-40B4-BE49-F238E27FC236}">
                      <a16:creationId xmlns:a16="http://schemas.microsoft.com/office/drawing/2014/main" id="{4DC93919-1506-BCC3-FCE8-B76985D03282}"/>
                    </a:ext>
                  </a:extLst>
                </p14:cNvPr>
                <p14:cNvContentPartPr/>
                <p14:nvPr/>
              </p14:nvContentPartPr>
              <p14:xfrm>
                <a:off x="10386795" y="5175705"/>
                <a:ext cx="3600" cy="88560"/>
              </p14:xfrm>
            </p:contentPart>
          </mc:Choice>
          <mc:Fallback xmlns="">
            <p:pic>
              <p:nvPicPr>
                <p:cNvPr id="1111" name="Ink 1110">
                  <a:extLst>
                    <a:ext uri="{FF2B5EF4-FFF2-40B4-BE49-F238E27FC236}">
                      <a16:creationId xmlns:a16="http://schemas.microsoft.com/office/drawing/2014/main" id="{4DC93919-1506-BCC3-FCE8-B76985D03282}"/>
                    </a:ext>
                  </a:extLst>
                </p:cNvPr>
                <p:cNvPicPr/>
                <p:nvPr/>
              </p:nvPicPr>
              <p:blipFill>
                <a:blip r:embed="rId967"/>
                <a:stretch>
                  <a:fillRect/>
                </a:stretch>
              </p:blipFill>
              <p:spPr>
                <a:xfrm>
                  <a:off x="10378613" y="5166668"/>
                  <a:ext cx="19636" cy="1062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8">
              <p14:nvContentPartPr>
                <p14:cNvPr id="1112" name="Ink 1111">
                  <a:extLst>
                    <a:ext uri="{FF2B5EF4-FFF2-40B4-BE49-F238E27FC236}">
                      <a16:creationId xmlns:a16="http://schemas.microsoft.com/office/drawing/2014/main" id="{17382730-8373-DE6F-99D4-AFC0657AD9A6}"/>
                    </a:ext>
                  </a:extLst>
                </p14:cNvPr>
                <p14:cNvContentPartPr/>
                <p14:nvPr/>
              </p14:nvContentPartPr>
              <p14:xfrm>
                <a:off x="10370595" y="5367225"/>
                <a:ext cx="15480" cy="103320"/>
              </p14:xfrm>
            </p:contentPart>
          </mc:Choice>
          <mc:Fallback xmlns="">
            <p:pic>
              <p:nvPicPr>
                <p:cNvPr id="1112" name="Ink 1111">
                  <a:extLst>
                    <a:ext uri="{FF2B5EF4-FFF2-40B4-BE49-F238E27FC236}">
                      <a16:creationId xmlns:a16="http://schemas.microsoft.com/office/drawing/2014/main" id="{17382730-8373-DE6F-99D4-AFC0657AD9A6}"/>
                    </a:ext>
                  </a:extLst>
                </p:cNvPr>
                <p:cNvPicPr/>
                <p:nvPr/>
              </p:nvPicPr>
              <p:blipFill>
                <a:blip r:embed="rId969"/>
                <a:stretch>
                  <a:fillRect/>
                </a:stretch>
              </p:blipFill>
              <p:spPr>
                <a:xfrm>
                  <a:off x="10361595" y="5358225"/>
                  <a:ext cx="331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0">
              <p14:nvContentPartPr>
                <p14:cNvPr id="1113" name="Ink 1112">
                  <a:extLst>
                    <a:ext uri="{FF2B5EF4-FFF2-40B4-BE49-F238E27FC236}">
                      <a16:creationId xmlns:a16="http://schemas.microsoft.com/office/drawing/2014/main" id="{4FCC5D6D-2A5B-EC78-3F7A-AB904FDA5E91}"/>
                    </a:ext>
                  </a:extLst>
                </p14:cNvPr>
                <p14:cNvContentPartPr/>
                <p14:nvPr/>
              </p14:nvContentPartPr>
              <p14:xfrm>
                <a:off x="10306155" y="5555865"/>
                <a:ext cx="39240" cy="62280"/>
              </p14:xfrm>
            </p:contentPart>
          </mc:Choice>
          <mc:Fallback xmlns="">
            <p:pic>
              <p:nvPicPr>
                <p:cNvPr id="1113" name="Ink 1112">
                  <a:extLst>
                    <a:ext uri="{FF2B5EF4-FFF2-40B4-BE49-F238E27FC236}">
                      <a16:creationId xmlns:a16="http://schemas.microsoft.com/office/drawing/2014/main" id="{4FCC5D6D-2A5B-EC78-3F7A-AB904FDA5E91}"/>
                    </a:ext>
                  </a:extLst>
                </p:cNvPr>
                <p:cNvPicPr/>
                <p:nvPr/>
              </p:nvPicPr>
              <p:blipFill>
                <a:blip r:embed="rId971"/>
                <a:stretch>
                  <a:fillRect/>
                </a:stretch>
              </p:blipFill>
              <p:spPr>
                <a:xfrm>
                  <a:off x="10297155" y="5546865"/>
                  <a:ext cx="568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2">
              <p14:nvContentPartPr>
                <p14:cNvPr id="1114" name="Ink 1113">
                  <a:extLst>
                    <a:ext uri="{FF2B5EF4-FFF2-40B4-BE49-F238E27FC236}">
                      <a16:creationId xmlns:a16="http://schemas.microsoft.com/office/drawing/2014/main" id="{B21FE07C-B0C1-0944-0877-43BC0A821620}"/>
                    </a:ext>
                  </a:extLst>
                </p14:cNvPr>
                <p14:cNvContentPartPr/>
                <p14:nvPr/>
              </p14:nvContentPartPr>
              <p14:xfrm>
                <a:off x="10310475" y="5681145"/>
                <a:ext cx="6120" cy="98640"/>
              </p14:xfrm>
            </p:contentPart>
          </mc:Choice>
          <mc:Fallback xmlns="">
            <p:pic>
              <p:nvPicPr>
                <p:cNvPr id="1114" name="Ink 1113">
                  <a:extLst>
                    <a:ext uri="{FF2B5EF4-FFF2-40B4-BE49-F238E27FC236}">
                      <a16:creationId xmlns:a16="http://schemas.microsoft.com/office/drawing/2014/main" id="{B21FE07C-B0C1-0944-0877-43BC0A821620}"/>
                    </a:ext>
                  </a:extLst>
                </p:cNvPr>
                <p:cNvPicPr/>
                <p:nvPr/>
              </p:nvPicPr>
              <p:blipFill>
                <a:blip r:embed="rId973"/>
                <a:stretch>
                  <a:fillRect/>
                </a:stretch>
              </p:blipFill>
              <p:spPr>
                <a:xfrm>
                  <a:off x="10301975" y="5672112"/>
                  <a:ext cx="22780" cy="1163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4">
              <p14:nvContentPartPr>
                <p14:cNvPr id="1115" name="Ink 1114">
                  <a:extLst>
                    <a:ext uri="{FF2B5EF4-FFF2-40B4-BE49-F238E27FC236}">
                      <a16:creationId xmlns:a16="http://schemas.microsoft.com/office/drawing/2014/main" id="{6A7E1250-C4ED-785E-F496-CD39353F480C}"/>
                    </a:ext>
                  </a:extLst>
                </p14:cNvPr>
                <p14:cNvContentPartPr/>
                <p14:nvPr/>
              </p14:nvContentPartPr>
              <p14:xfrm>
                <a:off x="10254315" y="5857185"/>
                <a:ext cx="23400" cy="79200"/>
              </p14:xfrm>
            </p:contentPart>
          </mc:Choice>
          <mc:Fallback xmlns="">
            <p:pic>
              <p:nvPicPr>
                <p:cNvPr id="1115" name="Ink 1114">
                  <a:extLst>
                    <a:ext uri="{FF2B5EF4-FFF2-40B4-BE49-F238E27FC236}">
                      <a16:creationId xmlns:a16="http://schemas.microsoft.com/office/drawing/2014/main" id="{6A7E1250-C4ED-785E-F496-CD39353F480C}"/>
                    </a:ext>
                  </a:extLst>
                </p:cNvPr>
                <p:cNvPicPr/>
                <p:nvPr/>
              </p:nvPicPr>
              <p:blipFill>
                <a:blip r:embed="rId975"/>
                <a:stretch>
                  <a:fillRect/>
                </a:stretch>
              </p:blipFill>
              <p:spPr>
                <a:xfrm>
                  <a:off x="10245315" y="5848185"/>
                  <a:ext cx="410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6">
              <p14:nvContentPartPr>
                <p14:cNvPr id="1116" name="Ink 1115">
                  <a:extLst>
                    <a:ext uri="{FF2B5EF4-FFF2-40B4-BE49-F238E27FC236}">
                      <a16:creationId xmlns:a16="http://schemas.microsoft.com/office/drawing/2014/main" id="{AE90E207-5D42-BF26-8BD2-6FD3FEB5DC33}"/>
                    </a:ext>
                  </a:extLst>
                </p14:cNvPr>
                <p14:cNvContentPartPr/>
                <p14:nvPr/>
              </p14:nvContentPartPr>
              <p14:xfrm>
                <a:off x="9988635" y="6006945"/>
                <a:ext cx="199440" cy="62640"/>
              </p14:xfrm>
            </p:contentPart>
          </mc:Choice>
          <mc:Fallback xmlns="">
            <p:pic>
              <p:nvPicPr>
                <p:cNvPr id="1116" name="Ink 1115">
                  <a:extLst>
                    <a:ext uri="{FF2B5EF4-FFF2-40B4-BE49-F238E27FC236}">
                      <a16:creationId xmlns:a16="http://schemas.microsoft.com/office/drawing/2014/main" id="{AE90E207-5D42-BF26-8BD2-6FD3FEB5DC33}"/>
                    </a:ext>
                  </a:extLst>
                </p:cNvPr>
                <p:cNvPicPr/>
                <p:nvPr/>
              </p:nvPicPr>
              <p:blipFill>
                <a:blip r:embed="rId977"/>
                <a:stretch>
                  <a:fillRect/>
                </a:stretch>
              </p:blipFill>
              <p:spPr>
                <a:xfrm>
                  <a:off x="9979635" y="5997945"/>
                  <a:ext cx="2170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8">
              <p14:nvContentPartPr>
                <p14:cNvPr id="1117" name="Ink 1116">
                  <a:extLst>
                    <a:ext uri="{FF2B5EF4-FFF2-40B4-BE49-F238E27FC236}">
                      <a16:creationId xmlns:a16="http://schemas.microsoft.com/office/drawing/2014/main" id="{7C9E9442-FE09-14A3-419C-EFE700AF8CFB}"/>
                    </a:ext>
                  </a:extLst>
                </p14:cNvPr>
                <p14:cNvContentPartPr/>
                <p14:nvPr/>
              </p14:nvContentPartPr>
              <p14:xfrm>
                <a:off x="9702435" y="6059505"/>
                <a:ext cx="150840" cy="33480"/>
              </p14:xfrm>
            </p:contentPart>
          </mc:Choice>
          <mc:Fallback xmlns="">
            <p:pic>
              <p:nvPicPr>
                <p:cNvPr id="1117" name="Ink 1116">
                  <a:extLst>
                    <a:ext uri="{FF2B5EF4-FFF2-40B4-BE49-F238E27FC236}">
                      <a16:creationId xmlns:a16="http://schemas.microsoft.com/office/drawing/2014/main" id="{7C9E9442-FE09-14A3-419C-EFE700AF8CFB}"/>
                    </a:ext>
                  </a:extLst>
                </p:cNvPr>
                <p:cNvPicPr/>
                <p:nvPr/>
              </p:nvPicPr>
              <p:blipFill>
                <a:blip r:embed="rId979"/>
                <a:stretch>
                  <a:fillRect/>
                </a:stretch>
              </p:blipFill>
              <p:spPr>
                <a:xfrm>
                  <a:off x="9693435" y="6050407"/>
                  <a:ext cx="168480" cy="513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0">
              <p14:nvContentPartPr>
                <p14:cNvPr id="1118" name="Ink 1117">
                  <a:extLst>
                    <a:ext uri="{FF2B5EF4-FFF2-40B4-BE49-F238E27FC236}">
                      <a16:creationId xmlns:a16="http://schemas.microsoft.com/office/drawing/2014/main" id="{4AB6911C-D654-8D88-5A4D-12E8F17664C6}"/>
                    </a:ext>
                  </a:extLst>
                </p14:cNvPr>
                <p14:cNvContentPartPr/>
                <p14:nvPr/>
              </p14:nvContentPartPr>
              <p14:xfrm>
                <a:off x="9451875" y="6070665"/>
                <a:ext cx="173880" cy="24840"/>
              </p14:xfrm>
            </p:contentPart>
          </mc:Choice>
          <mc:Fallback xmlns="">
            <p:pic>
              <p:nvPicPr>
                <p:cNvPr id="1118" name="Ink 1117">
                  <a:extLst>
                    <a:ext uri="{FF2B5EF4-FFF2-40B4-BE49-F238E27FC236}">
                      <a16:creationId xmlns:a16="http://schemas.microsoft.com/office/drawing/2014/main" id="{4AB6911C-D654-8D88-5A4D-12E8F17664C6}"/>
                    </a:ext>
                  </a:extLst>
                </p:cNvPr>
                <p:cNvPicPr/>
                <p:nvPr/>
              </p:nvPicPr>
              <p:blipFill>
                <a:blip r:embed="rId981"/>
                <a:stretch>
                  <a:fillRect/>
                </a:stretch>
              </p:blipFill>
              <p:spPr>
                <a:xfrm>
                  <a:off x="9442875" y="6061794"/>
                  <a:ext cx="191520" cy="422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2">
              <p14:nvContentPartPr>
                <p14:cNvPr id="1119" name="Ink 1118">
                  <a:extLst>
                    <a:ext uri="{FF2B5EF4-FFF2-40B4-BE49-F238E27FC236}">
                      <a16:creationId xmlns:a16="http://schemas.microsoft.com/office/drawing/2014/main" id="{C319D437-FDDE-CA95-4252-9EB55D6D64E9}"/>
                    </a:ext>
                  </a:extLst>
                </p14:cNvPr>
                <p14:cNvContentPartPr/>
                <p14:nvPr/>
              </p14:nvContentPartPr>
              <p14:xfrm>
                <a:off x="9217515" y="5968065"/>
                <a:ext cx="154440" cy="68040"/>
              </p14:xfrm>
            </p:contentPart>
          </mc:Choice>
          <mc:Fallback xmlns="">
            <p:pic>
              <p:nvPicPr>
                <p:cNvPr id="1119" name="Ink 1118">
                  <a:extLst>
                    <a:ext uri="{FF2B5EF4-FFF2-40B4-BE49-F238E27FC236}">
                      <a16:creationId xmlns:a16="http://schemas.microsoft.com/office/drawing/2014/main" id="{C319D437-FDDE-CA95-4252-9EB55D6D64E9}"/>
                    </a:ext>
                  </a:extLst>
                </p:cNvPr>
                <p:cNvPicPr/>
                <p:nvPr/>
              </p:nvPicPr>
              <p:blipFill>
                <a:blip r:embed="rId983"/>
                <a:stretch>
                  <a:fillRect/>
                </a:stretch>
              </p:blipFill>
              <p:spPr>
                <a:xfrm>
                  <a:off x="9208494" y="5959065"/>
                  <a:ext cx="172121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4">
              <p14:nvContentPartPr>
                <p14:cNvPr id="1120" name="Ink 1119">
                  <a:extLst>
                    <a:ext uri="{FF2B5EF4-FFF2-40B4-BE49-F238E27FC236}">
                      <a16:creationId xmlns:a16="http://schemas.microsoft.com/office/drawing/2014/main" id="{D6E0B61B-F07F-22E1-5911-79371BDF8FD8}"/>
                    </a:ext>
                  </a:extLst>
                </p14:cNvPr>
                <p14:cNvContentPartPr/>
                <p14:nvPr/>
              </p14:nvContentPartPr>
              <p14:xfrm>
                <a:off x="8968395" y="5870865"/>
                <a:ext cx="197640" cy="98640"/>
              </p14:xfrm>
            </p:contentPart>
          </mc:Choice>
          <mc:Fallback xmlns="">
            <p:pic>
              <p:nvPicPr>
                <p:cNvPr id="1120" name="Ink 1119">
                  <a:extLst>
                    <a:ext uri="{FF2B5EF4-FFF2-40B4-BE49-F238E27FC236}">
                      <a16:creationId xmlns:a16="http://schemas.microsoft.com/office/drawing/2014/main" id="{D6E0B61B-F07F-22E1-5911-79371BDF8FD8}"/>
                    </a:ext>
                  </a:extLst>
                </p:cNvPr>
                <p:cNvPicPr/>
                <p:nvPr/>
              </p:nvPicPr>
              <p:blipFill>
                <a:blip r:embed="rId985"/>
                <a:stretch>
                  <a:fillRect/>
                </a:stretch>
              </p:blipFill>
              <p:spPr>
                <a:xfrm>
                  <a:off x="8959395" y="5861865"/>
                  <a:ext cx="2152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6">
              <p14:nvContentPartPr>
                <p14:cNvPr id="1121" name="Ink 1120">
                  <a:extLst>
                    <a:ext uri="{FF2B5EF4-FFF2-40B4-BE49-F238E27FC236}">
                      <a16:creationId xmlns:a16="http://schemas.microsoft.com/office/drawing/2014/main" id="{AF89A415-59E5-4B17-59DF-823825BF8C64}"/>
                    </a:ext>
                  </a:extLst>
                </p14:cNvPr>
                <p14:cNvContentPartPr/>
                <p14:nvPr/>
              </p14:nvContentPartPr>
              <p14:xfrm>
                <a:off x="8754195" y="5775105"/>
                <a:ext cx="157680" cy="50400"/>
              </p14:xfrm>
            </p:contentPart>
          </mc:Choice>
          <mc:Fallback xmlns="">
            <p:pic>
              <p:nvPicPr>
                <p:cNvPr id="1121" name="Ink 1120">
                  <a:extLst>
                    <a:ext uri="{FF2B5EF4-FFF2-40B4-BE49-F238E27FC236}">
                      <a16:creationId xmlns:a16="http://schemas.microsoft.com/office/drawing/2014/main" id="{AF89A415-59E5-4B17-59DF-823825BF8C64}"/>
                    </a:ext>
                  </a:extLst>
                </p:cNvPr>
                <p:cNvPicPr/>
                <p:nvPr/>
              </p:nvPicPr>
              <p:blipFill>
                <a:blip r:embed="rId987"/>
                <a:stretch>
                  <a:fillRect/>
                </a:stretch>
              </p:blipFill>
              <p:spPr>
                <a:xfrm>
                  <a:off x="8745195" y="5766040"/>
                  <a:ext cx="175320" cy="681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8">
              <p14:nvContentPartPr>
                <p14:cNvPr id="1122" name="Ink 1121">
                  <a:extLst>
                    <a:ext uri="{FF2B5EF4-FFF2-40B4-BE49-F238E27FC236}">
                      <a16:creationId xmlns:a16="http://schemas.microsoft.com/office/drawing/2014/main" id="{A664C7A2-3F99-8F67-B07F-D8EEC4BE044F}"/>
                    </a:ext>
                  </a:extLst>
                </p14:cNvPr>
                <p14:cNvContentPartPr/>
                <p14:nvPr/>
              </p14:nvContentPartPr>
              <p14:xfrm>
                <a:off x="8464035" y="5765745"/>
                <a:ext cx="196920" cy="3600"/>
              </p14:xfrm>
            </p:contentPart>
          </mc:Choice>
          <mc:Fallback xmlns="">
            <p:pic>
              <p:nvPicPr>
                <p:cNvPr id="1122" name="Ink 1121">
                  <a:extLst>
                    <a:ext uri="{FF2B5EF4-FFF2-40B4-BE49-F238E27FC236}">
                      <a16:creationId xmlns:a16="http://schemas.microsoft.com/office/drawing/2014/main" id="{A664C7A2-3F99-8F67-B07F-D8EEC4BE044F}"/>
                    </a:ext>
                  </a:extLst>
                </p:cNvPr>
                <p:cNvPicPr/>
                <p:nvPr/>
              </p:nvPicPr>
              <p:blipFill>
                <a:blip r:embed="rId989"/>
                <a:stretch>
                  <a:fillRect/>
                </a:stretch>
              </p:blipFill>
              <p:spPr>
                <a:xfrm>
                  <a:off x="8455035" y="5756745"/>
                  <a:ext cx="2145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0">
              <p14:nvContentPartPr>
                <p14:cNvPr id="1123" name="Ink 1122">
                  <a:extLst>
                    <a:ext uri="{FF2B5EF4-FFF2-40B4-BE49-F238E27FC236}">
                      <a16:creationId xmlns:a16="http://schemas.microsoft.com/office/drawing/2014/main" id="{411AC47A-11DD-8D59-FFD3-B8C3D46FAEF8}"/>
                    </a:ext>
                  </a:extLst>
                </p14:cNvPr>
                <p14:cNvContentPartPr/>
                <p14:nvPr/>
              </p14:nvContentPartPr>
              <p14:xfrm>
                <a:off x="8151555" y="5758905"/>
                <a:ext cx="187560" cy="24120"/>
              </p14:xfrm>
            </p:contentPart>
          </mc:Choice>
          <mc:Fallback xmlns="">
            <p:pic>
              <p:nvPicPr>
                <p:cNvPr id="1123" name="Ink 1122">
                  <a:extLst>
                    <a:ext uri="{FF2B5EF4-FFF2-40B4-BE49-F238E27FC236}">
                      <a16:creationId xmlns:a16="http://schemas.microsoft.com/office/drawing/2014/main" id="{411AC47A-11DD-8D59-FFD3-B8C3D46FAEF8}"/>
                    </a:ext>
                  </a:extLst>
                </p:cNvPr>
                <p:cNvPicPr/>
                <p:nvPr/>
              </p:nvPicPr>
              <p:blipFill>
                <a:blip r:embed="rId991"/>
                <a:stretch>
                  <a:fillRect/>
                </a:stretch>
              </p:blipFill>
              <p:spPr>
                <a:xfrm>
                  <a:off x="8142555" y="5749905"/>
                  <a:ext cx="2052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2">
              <p14:nvContentPartPr>
                <p14:cNvPr id="1124" name="Ink 1123">
                  <a:extLst>
                    <a:ext uri="{FF2B5EF4-FFF2-40B4-BE49-F238E27FC236}">
                      <a16:creationId xmlns:a16="http://schemas.microsoft.com/office/drawing/2014/main" id="{04BD4F1C-7DFE-5314-7402-46853E5164AB}"/>
                    </a:ext>
                  </a:extLst>
                </p14:cNvPr>
                <p14:cNvContentPartPr/>
                <p14:nvPr/>
              </p14:nvContentPartPr>
              <p14:xfrm>
                <a:off x="7948155" y="5740545"/>
                <a:ext cx="146160" cy="11880"/>
              </p14:xfrm>
            </p:contentPart>
          </mc:Choice>
          <mc:Fallback xmlns="">
            <p:pic>
              <p:nvPicPr>
                <p:cNvPr id="1124" name="Ink 1123">
                  <a:extLst>
                    <a:ext uri="{FF2B5EF4-FFF2-40B4-BE49-F238E27FC236}">
                      <a16:creationId xmlns:a16="http://schemas.microsoft.com/office/drawing/2014/main" id="{04BD4F1C-7DFE-5314-7402-46853E5164AB}"/>
                    </a:ext>
                  </a:extLst>
                </p:cNvPr>
                <p:cNvPicPr/>
                <p:nvPr/>
              </p:nvPicPr>
              <p:blipFill>
                <a:blip r:embed="rId993"/>
                <a:stretch>
                  <a:fillRect/>
                </a:stretch>
              </p:blipFill>
              <p:spPr>
                <a:xfrm>
                  <a:off x="7939155" y="5731545"/>
                  <a:ext cx="1638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4">
              <p14:nvContentPartPr>
                <p14:cNvPr id="1125" name="Ink 1124">
                  <a:extLst>
                    <a:ext uri="{FF2B5EF4-FFF2-40B4-BE49-F238E27FC236}">
                      <a16:creationId xmlns:a16="http://schemas.microsoft.com/office/drawing/2014/main" id="{EAFC0044-3361-6CC8-CCBF-604123E3ED50}"/>
                    </a:ext>
                  </a:extLst>
                </p14:cNvPr>
                <p14:cNvContentPartPr/>
                <p14:nvPr/>
              </p14:nvContentPartPr>
              <p14:xfrm>
                <a:off x="7725315" y="5726145"/>
                <a:ext cx="174240" cy="14760"/>
              </p14:xfrm>
            </p:contentPart>
          </mc:Choice>
          <mc:Fallback xmlns="">
            <p:pic>
              <p:nvPicPr>
                <p:cNvPr id="1125" name="Ink 1124">
                  <a:extLst>
                    <a:ext uri="{FF2B5EF4-FFF2-40B4-BE49-F238E27FC236}">
                      <a16:creationId xmlns:a16="http://schemas.microsoft.com/office/drawing/2014/main" id="{EAFC0044-3361-6CC8-CCBF-604123E3ED50}"/>
                    </a:ext>
                  </a:extLst>
                </p:cNvPr>
                <p:cNvPicPr/>
                <p:nvPr/>
              </p:nvPicPr>
              <p:blipFill>
                <a:blip r:embed="rId995"/>
                <a:stretch>
                  <a:fillRect/>
                </a:stretch>
              </p:blipFill>
              <p:spPr>
                <a:xfrm>
                  <a:off x="7716315" y="5717145"/>
                  <a:ext cx="1918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6">
              <p14:nvContentPartPr>
                <p14:cNvPr id="1126" name="Ink 1125">
                  <a:extLst>
                    <a:ext uri="{FF2B5EF4-FFF2-40B4-BE49-F238E27FC236}">
                      <a16:creationId xmlns:a16="http://schemas.microsoft.com/office/drawing/2014/main" id="{952A53D3-EE1C-603D-5044-7AD285609187}"/>
                    </a:ext>
                  </a:extLst>
                </p14:cNvPr>
                <p14:cNvContentPartPr/>
                <p14:nvPr/>
              </p14:nvContentPartPr>
              <p14:xfrm>
                <a:off x="7609755" y="5813265"/>
                <a:ext cx="111960" cy="120600"/>
              </p14:xfrm>
            </p:contentPart>
          </mc:Choice>
          <mc:Fallback xmlns="">
            <p:pic>
              <p:nvPicPr>
                <p:cNvPr id="1126" name="Ink 1125">
                  <a:extLst>
                    <a:ext uri="{FF2B5EF4-FFF2-40B4-BE49-F238E27FC236}">
                      <a16:creationId xmlns:a16="http://schemas.microsoft.com/office/drawing/2014/main" id="{952A53D3-EE1C-603D-5044-7AD285609187}"/>
                    </a:ext>
                  </a:extLst>
                </p:cNvPr>
                <p:cNvPicPr/>
                <p:nvPr/>
              </p:nvPicPr>
              <p:blipFill>
                <a:blip r:embed="rId997"/>
                <a:stretch>
                  <a:fillRect/>
                </a:stretch>
              </p:blipFill>
              <p:spPr>
                <a:xfrm>
                  <a:off x="7600784" y="5804265"/>
                  <a:ext cx="129543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8">
              <p14:nvContentPartPr>
                <p14:cNvPr id="1127" name="Ink 1126">
                  <a:extLst>
                    <a:ext uri="{FF2B5EF4-FFF2-40B4-BE49-F238E27FC236}">
                      <a16:creationId xmlns:a16="http://schemas.microsoft.com/office/drawing/2014/main" id="{0BA99828-8C87-5888-7BCC-B5FDFC608E37}"/>
                    </a:ext>
                  </a:extLst>
                </p14:cNvPr>
                <p14:cNvContentPartPr/>
                <p14:nvPr/>
              </p14:nvContentPartPr>
              <p14:xfrm>
                <a:off x="7448115" y="5971665"/>
                <a:ext cx="110520" cy="9000"/>
              </p14:xfrm>
            </p:contentPart>
          </mc:Choice>
          <mc:Fallback xmlns="">
            <p:pic>
              <p:nvPicPr>
                <p:cNvPr id="1127" name="Ink 1126">
                  <a:extLst>
                    <a:ext uri="{FF2B5EF4-FFF2-40B4-BE49-F238E27FC236}">
                      <a16:creationId xmlns:a16="http://schemas.microsoft.com/office/drawing/2014/main" id="{0BA99828-8C87-5888-7BCC-B5FDFC608E37}"/>
                    </a:ext>
                  </a:extLst>
                </p:cNvPr>
                <p:cNvPicPr/>
                <p:nvPr/>
              </p:nvPicPr>
              <p:blipFill>
                <a:blip r:embed="rId999"/>
                <a:stretch>
                  <a:fillRect/>
                </a:stretch>
              </p:blipFill>
              <p:spPr>
                <a:xfrm>
                  <a:off x="7439115" y="5962665"/>
                  <a:ext cx="1281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0">
              <p14:nvContentPartPr>
                <p14:cNvPr id="1128" name="Ink 1127">
                  <a:extLst>
                    <a:ext uri="{FF2B5EF4-FFF2-40B4-BE49-F238E27FC236}">
                      <a16:creationId xmlns:a16="http://schemas.microsoft.com/office/drawing/2014/main" id="{0BACF8A4-AF4B-3B7D-1594-9579299875B7}"/>
                    </a:ext>
                  </a:extLst>
                </p14:cNvPr>
                <p14:cNvContentPartPr/>
                <p14:nvPr/>
              </p14:nvContentPartPr>
              <p14:xfrm>
                <a:off x="6745395" y="6013425"/>
                <a:ext cx="171360" cy="2880"/>
              </p14:xfrm>
            </p:contentPart>
          </mc:Choice>
          <mc:Fallback xmlns="">
            <p:pic>
              <p:nvPicPr>
                <p:cNvPr id="1128" name="Ink 1127">
                  <a:extLst>
                    <a:ext uri="{FF2B5EF4-FFF2-40B4-BE49-F238E27FC236}">
                      <a16:creationId xmlns:a16="http://schemas.microsoft.com/office/drawing/2014/main" id="{0BACF8A4-AF4B-3B7D-1594-9579299875B7}"/>
                    </a:ext>
                  </a:extLst>
                </p:cNvPr>
                <p:cNvPicPr/>
                <p:nvPr/>
              </p:nvPicPr>
              <p:blipFill>
                <a:blip r:embed="rId1001"/>
                <a:stretch>
                  <a:fillRect/>
                </a:stretch>
              </p:blipFill>
              <p:spPr>
                <a:xfrm>
                  <a:off x="6736376" y="6004425"/>
                  <a:ext cx="189037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2">
              <p14:nvContentPartPr>
                <p14:cNvPr id="1129" name="Ink 1128">
                  <a:extLst>
                    <a:ext uri="{FF2B5EF4-FFF2-40B4-BE49-F238E27FC236}">
                      <a16:creationId xmlns:a16="http://schemas.microsoft.com/office/drawing/2014/main" id="{7B83B7BC-E9E5-E652-D673-C423F829CAFD}"/>
                    </a:ext>
                  </a:extLst>
                </p14:cNvPr>
                <p14:cNvContentPartPr/>
                <p14:nvPr/>
              </p14:nvContentPartPr>
              <p14:xfrm>
                <a:off x="7027635" y="6019905"/>
                <a:ext cx="165600" cy="360"/>
              </p14:xfrm>
            </p:contentPart>
          </mc:Choice>
          <mc:Fallback xmlns="">
            <p:pic>
              <p:nvPicPr>
                <p:cNvPr id="1129" name="Ink 1128">
                  <a:extLst>
                    <a:ext uri="{FF2B5EF4-FFF2-40B4-BE49-F238E27FC236}">
                      <a16:creationId xmlns:a16="http://schemas.microsoft.com/office/drawing/2014/main" id="{7B83B7BC-E9E5-E652-D673-C423F829CAFD}"/>
                    </a:ext>
                  </a:extLst>
                </p:cNvPr>
                <p:cNvPicPr/>
                <p:nvPr/>
              </p:nvPicPr>
              <p:blipFill>
                <a:blip r:embed="rId1003"/>
                <a:stretch>
                  <a:fillRect/>
                </a:stretch>
              </p:blipFill>
              <p:spPr>
                <a:xfrm>
                  <a:off x="7018635" y="6010905"/>
                  <a:ext cx="1832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4">
              <p14:nvContentPartPr>
                <p14:cNvPr id="1130" name="Ink 1129">
                  <a:extLst>
                    <a:ext uri="{FF2B5EF4-FFF2-40B4-BE49-F238E27FC236}">
                      <a16:creationId xmlns:a16="http://schemas.microsoft.com/office/drawing/2014/main" id="{C20C2973-0994-BD0A-F9C7-3EAF600B7DEA}"/>
                    </a:ext>
                  </a:extLst>
                </p14:cNvPr>
                <p14:cNvContentPartPr/>
                <p14:nvPr/>
              </p14:nvContentPartPr>
              <p14:xfrm>
                <a:off x="7304835" y="5994345"/>
                <a:ext cx="118800" cy="14760"/>
              </p14:xfrm>
            </p:contentPart>
          </mc:Choice>
          <mc:Fallback xmlns="">
            <p:pic>
              <p:nvPicPr>
                <p:cNvPr id="1130" name="Ink 1129">
                  <a:extLst>
                    <a:ext uri="{FF2B5EF4-FFF2-40B4-BE49-F238E27FC236}">
                      <a16:creationId xmlns:a16="http://schemas.microsoft.com/office/drawing/2014/main" id="{C20C2973-0994-BD0A-F9C7-3EAF600B7DEA}"/>
                    </a:ext>
                  </a:extLst>
                </p:cNvPr>
                <p:cNvPicPr/>
                <p:nvPr/>
              </p:nvPicPr>
              <p:blipFill>
                <a:blip r:embed="rId1005"/>
                <a:stretch>
                  <a:fillRect/>
                </a:stretch>
              </p:blipFill>
              <p:spPr>
                <a:xfrm>
                  <a:off x="7295835" y="5985345"/>
                  <a:ext cx="1364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6">
              <p14:nvContentPartPr>
                <p14:cNvPr id="1131" name="Ink 1130">
                  <a:extLst>
                    <a:ext uri="{FF2B5EF4-FFF2-40B4-BE49-F238E27FC236}">
                      <a16:creationId xmlns:a16="http://schemas.microsoft.com/office/drawing/2014/main" id="{02627C27-F745-1626-15CC-A14ABB38ECFD}"/>
                    </a:ext>
                  </a:extLst>
                </p14:cNvPr>
                <p14:cNvContentPartPr/>
                <p14:nvPr/>
              </p14:nvContentPartPr>
              <p14:xfrm>
                <a:off x="6578715" y="5893545"/>
                <a:ext cx="101160" cy="106200"/>
              </p14:xfrm>
            </p:contentPart>
          </mc:Choice>
          <mc:Fallback xmlns="">
            <p:pic>
              <p:nvPicPr>
                <p:cNvPr id="1131" name="Ink 1130">
                  <a:extLst>
                    <a:ext uri="{FF2B5EF4-FFF2-40B4-BE49-F238E27FC236}">
                      <a16:creationId xmlns:a16="http://schemas.microsoft.com/office/drawing/2014/main" id="{02627C27-F745-1626-15CC-A14ABB38ECFD}"/>
                    </a:ext>
                  </a:extLst>
                </p:cNvPr>
                <p:cNvPicPr/>
                <p:nvPr/>
              </p:nvPicPr>
              <p:blipFill>
                <a:blip r:embed="rId1007"/>
                <a:stretch>
                  <a:fillRect/>
                </a:stretch>
              </p:blipFill>
              <p:spPr>
                <a:xfrm>
                  <a:off x="6569715" y="5884545"/>
                  <a:ext cx="1188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8">
              <p14:nvContentPartPr>
                <p14:cNvPr id="1132" name="Ink 1131">
                  <a:extLst>
                    <a:ext uri="{FF2B5EF4-FFF2-40B4-BE49-F238E27FC236}">
                      <a16:creationId xmlns:a16="http://schemas.microsoft.com/office/drawing/2014/main" id="{46AFDE9D-208C-8F17-9158-76268BEC41DC}"/>
                    </a:ext>
                  </a:extLst>
                </p14:cNvPr>
                <p14:cNvContentPartPr/>
                <p14:nvPr/>
              </p14:nvContentPartPr>
              <p14:xfrm>
                <a:off x="6428595" y="5767185"/>
                <a:ext cx="79200" cy="35280"/>
              </p14:xfrm>
            </p:contentPart>
          </mc:Choice>
          <mc:Fallback xmlns="">
            <p:pic>
              <p:nvPicPr>
                <p:cNvPr id="1132" name="Ink 1131">
                  <a:extLst>
                    <a:ext uri="{FF2B5EF4-FFF2-40B4-BE49-F238E27FC236}">
                      <a16:creationId xmlns:a16="http://schemas.microsoft.com/office/drawing/2014/main" id="{46AFDE9D-208C-8F17-9158-76268BEC41DC}"/>
                    </a:ext>
                  </a:extLst>
                </p:cNvPr>
                <p:cNvPicPr/>
                <p:nvPr/>
              </p:nvPicPr>
              <p:blipFill>
                <a:blip r:embed="rId1009"/>
                <a:stretch>
                  <a:fillRect/>
                </a:stretch>
              </p:blipFill>
              <p:spPr>
                <a:xfrm>
                  <a:off x="6419554" y="5758185"/>
                  <a:ext cx="96921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0">
              <p14:nvContentPartPr>
                <p14:cNvPr id="1133" name="Ink 1132">
                  <a:extLst>
                    <a:ext uri="{FF2B5EF4-FFF2-40B4-BE49-F238E27FC236}">
                      <a16:creationId xmlns:a16="http://schemas.microsoft.com/office/drawing/2014/main" id="{BE2FC808-FE4D-B342-FE25-3090E864C1DB}"/>
                    </a:ext>
                  </a:extLst>
                </p14:cNvPr>
                <p14:cNvContentPartPr/>
                <p14:nvPr/>
              </p14:nvContentPartPr>
              <p14:xfrm>
                <a:off x="6196395" y="5708145"/>
                <a:ext cx="151200" cy="43200"/>
              </p14:xfrm>
            </p:contentPart>
          </mc:Choice>
          <mc:Fallback xmlns="">
            <p:pic>
              <p:nvPicPr>
                <p:cNvPr id="1133" name="Ink 1132">
                  <a:extLst>
                    <a:ext uri="{FF2B5EF4-FFF2-40B4-BE49-F238E27FC236}">
                      <a16:creationId xmlns:a16="http://schemas.microsoft.com/office/drawing/2014/main" id="{BE2FC808-FE4D-B342-FE25-3090E864C1DB}"/>
                    </a:ext>
                  </a:extLst>
                </p:cNvPr>
                <p:cNvPicPr/>
                <p:nvPr/>
              </p:nvPicPr>
              <p:blipFill>
                <a:blip r:embed="rId1011"/>
                <a:stretch>
                  <a:fillRect/>
                </a:stretch>
              </p:blipFill>
              <p:spPr>
                <a:xfrm>
                  <a:off x="6187395" y="5699145"/>
                  <a:ext cx="1688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2">
              <p14:nvContentPartPr>
                <p14:cNvPr id="1134" name="Ink 1133">
                  <a:extLst>
                    <a:ext uri="{FF2B5EF4-FFF2-40B4-BE49-F238E27FC236}">
                      <a16:creationId xmlns:a16="http://schemas.microsoft.com/office/drawing/2014/main" id="{12B0A59C-288A-943F-2F82-0643FDF59DE7}"/>
                    </a:ext>
                  </a:extLst>
                </p14:cNvPr>
                <p14:cNvContentPartPr/>
                <p14:nvPr/>
              </p14:nvContentPartPr>
              <p14:xfrm>
                <a:off x="5912355" y="5704905"/>
                <a:ext cx="197280" cy="18000"/>
              </p14:xfrm>
            </p:contentPart>
          </mc:Choice>
          <mc:Fallback xmlns="">
            <p:pic>
              <p:nvPicPr>
                <p:cNvPr id="1134" name="Ink 1133">
                  <a:extLst>
                    <a:ext uri="{FF2B5EF4-FFF2-40B4-BE49-F238E27FC236}">
                      <a16:creationId xmlns:a16="http://schemas.microsoft.com/office/drawing/2014/main" id="{12B0A59C-288A-943F-2F82-0643FDF59DE7}"/>
                    </a:ext>
                  </a:extLst>
                </p:cNvPr>
                <p:cNvPicPr/>
                <p:nvPr/>
              </p:nvPicPr>
              <p:blipFill>
                <a:blip r:embed="rId1013"/>
                <a:stretch>
                  <a:fillRect/>
                </a:stretch>
              </p:blipFill>
              <p:spPr>
                <a:xfrm>
                  <a:off x="5903355" y="5696081"/>
                  <a:ext cx="214920" cy="352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4">
              <p14:nvContentPartPr>
                <p14:cNvPr id="1135" name="Ink 1134">
                  <a:extLst>
                    <a:ext uri="{FF2B5EF4-FFF2-40B4-BE49-F238E27FC236}">
                      <a16:creationId xmlns:a16="http://schemas.microsoft.com/office/drawing/2014/main" id="{B5E15E3C-0784-3914-6402-9032AF007C27}"/>
                    </a:ext>
                  </a:extLst>
                </p14:cNvPr>
                <p14:cNvContentPartPr/>
                <p14:nvPr/>
              </p14:nvContentPartPr>
              <p14:xfrm>
                <a:off x="5638755" y="5654865"/>
                <a:ext cx="189720" cy="46800"/>
              </p14:xfrm>
            </p:contentPart>
          </mc:Choice>
          <mc:Fallback xmlns="">
            <p:pic>
              <p:nvPicPr>
                <p:cNvPr id="1135" name="Ink 1134">
                  <a:extLst>
                    <a:ext uri="{FF2B5EF4-FFF2-40B4-BE49-F238E27FC236}">
                      <a16:creationId xmlns:a16="http://schemas.microsoft.com/office/drawing/2014/main" id="{B5E15E3C-0784-3914-6402-9032AF007C27}"/>
                    </a:ext>
                  </a:extLst>
                </p:cNvPr>
                <p:cNvPicPr/>
                <p:nvPr/>
              </p:nvPicPr>
              <p:blipFill>
                <a:blip r:embed="rId1015"/>
                <a:stretch>
                  <a:fillRect/>
                </a:stretch>
              </p:blipFill>
              <p:spPr>
                <a:xfrm>
                  <a:off x="5629755" y="5645865"/>
                  <a:ext cx="2073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6">
              <p14:nvContentPartPr>
                <p14:cNvPr id="1136" name="Ink 1135">
                  <a:extLst>
                    <a:ext uri="{FF2B5EF4-FFF2-40B4-BE49-F238E27FC236}">
                      <a16:creationId xmlns:a16="http://schemas.microsoft.com/office/drawing/2014/main" id="{3C17AC72-7321-0087-2304-4BA7E0C21C13}"/>
                    </a:ext>
                  </a:extLst>
                </p14:cNvPr>
                <p14:cNvContentPartPr/>
                <p14:nvPr/>
              </p14:nvContentPartPr>
              <p14:xfrm>
                <a:off x="5381715" y="5556585"/>
                <a:ext cx="168480" cy="111960"/>
              </p14:xfrm>
            </p:contentPart>
          </mc:Choice>
          <mc:Fallback xmlns="">
            <p:pic>
              <p:nvPicPr>
                <p:cNvPr id="1136" name="Ink 1135">
                  <a:extLst>
                    <a:ext uri="{FF2B5EF4-FFF2-40B4-BE49-F238E27FC236}">
                      <a16:creationId xmlns:a16="http://schemas.microsoft.com/office/drawing/2014/main" id="{3C17AC72-7321-0087-2304-4BA7E0C21C13}"/>
                    </a:ext>
                  </a:extLst>
                </p:cNvPr>
                <p:cNvPicPr/>
                <p:nvPr/>
              </p:nvPicPr>
              <p:blipFill>
                <a:blip r:embed="rId1017"/>
                <a:stretch>
                  <a:fillRect/>
                </a:stretch>
              </p:blipFill>
              <p:spPr>
                <a:xfrm>
                  <a:off x="5372715" y="5547585"/>
                  <a:ext cx="1861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8">
              <p14:nvContentPartPr>
                <p14:cNvPr id="1137" name="Ink 1136">
                  <a:extLst>
                    <a:ext uri="{FF2B5EF4-FFF2-40B4-BE49-F238E27FC236}">
                      <a16:creationId xmlns:a16="http://schemas.microsoft.com/office/drawing/2014/main" id="{B26466B8-D85F-3FCB-CCCE-D6F92019A1B4}"/>
                    </a:ext>
                  </a:extLst>
                </p14:cNvPr>
                <p14:cNvContentPartPr/>
                <p14:nvPr/>
              </p14:nvContentPartPr>
              <p14:xfrm>
                <a:off x="5356875" y="5342745"/>
                <a:ext cx="16560" cy="174240"/>
              </p14:xfrm>
            </p:contentPart>
          </mc:Choice>
          <mc:Fallback xmlns="">
            <p:pic>
              <p:nvPicPr>
                <p:cNvPr id="1137" name="Ink 1136">
                  <a:extLst>
                    <a:ext uri="{FF2B5EF4-FFF2-40B4-BE49-F238E27FC236}">
                      <a16:creationId xmlns:a16="http://schemas.microsoft.com/office/drawing/2014/main" id="{B26466B8-D85F-3FCB-CCCE-D6F92019A1B4}"/>
                    </a:ext>
                  </a:extLst>
                </p:cNvPr>
                <p:cNvPicPr/>
                <p:nvPr/>
              </p:nvPicPr>
              <p:blipFill>
                <a:blip r:embed="rId1019"/>
                <a:stretch>
                  <a:fillRect/>
                </a:stretch>
              </p:blipFill>
              <p:spPr>
                <a:xfrm>
                  <a:off x="5347875" y="5333745"/>
                  <a:ext cx="34200" cy="191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38" name="TextBox 1137">
            <a:extLst>
              <a:ext uri="{FF2B5EF4-FFF2-40B4-BE49-F238E27FC236}">
                <a16:creationId xmlns:a16="http://schemas.microsoft.com/office/drawing/2014/main" id="{F109D2D7-D68A-40A2-275A-D7DBF7755B88}"/>
              </a:ext>
            </a:extLst>
          </p:cNvPr>
          <p:cNvSpPr txBox="1"/>
          <p:nvPr/>
        </p:nvSpPr>
        <p:spPr>
          <a:xfrm>
            <a:off x="7414275" y="6086706"/>
            <a:ext cx="1414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Waste Transporters</a:t>
            </a:r>
            <a:endParaRPr lang="en-US" sz="1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EC31BB-AF7B-DF37-D376-C7231FCC5DDE}"/>
              </a:ext>
            </a:extLst>
          </p:cNvPr>
          <p:cNvSpPr/>
          <p:nvPr/>
        </p:nvSpPr>
        <p:spPr>
          <a:xfrm>
            <a:off x="3404955" y="5705475"/>
            <a:ext cx="1453320" cy="241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252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</Words>
  <Application>Microsoft Office PowerPoint</Application>
  <PresentationFormat>Widescreen</PresentationFormat>
  <Paragraphs>11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Kartik Bitra</dc:creator>
  <cp:lastModifiedBy>Kartik Bitra</cp:lastModifiedBy>
  <cp:revision>1</cp:revision>
  <dcterms:created xsi:type="dcterms:W3CDTF">2026-04-01T12:35:54Z</dcterms:created>
  <dcterms:modified xsi:type="dcterms:W3CDTF">2026-04-01T12:39:23Z</dcterms:modified>
</cp:coreProperties>
</file>