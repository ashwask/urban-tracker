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ia_map_layer_1_quan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ia_map_layer_2_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ia_map_layer_3_cap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